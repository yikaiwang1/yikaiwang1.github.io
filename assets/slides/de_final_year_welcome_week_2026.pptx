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80" r:id="rId4"/>
    <p:sldId id="275" r:id="rId5"/>
    <p:sldId id="279" r:id="rId6"/>
    <p:sldId id="261" r:id="rId7"/>
    <p:sldId id="274" r:id="rId8"/>
    <p:sldId id="263" r:id="rId9"/>
    <p:sldId id="266" r:id="rId10"/>
    <p:sldId id="258" r:id="rId11"/>
    <p:sldId id="259" r:id="rId12"/>
    <p:sldId id="268" r:id="rId13"/>
    <p:sldId id="271" r:id="rId14"/>
    <p:sldId id="269" r:id="rId15"/>
    <p:sldId id="278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C1F5BD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ks, Philippa M" userId="22966834614_tp_box_2" providerId="OAuth2" clId="{D2E94D42-C8BE-4B07-ACD1-DF5DF3023990}"/>
    <pc:docChg chg="undo custSel modSld">
      <pc:chgData name="Foks, Philippa M" userId="22966834614_tp_box_2" providerId="OAuth2" clId="{D2E94D42-C8BE-4B07-ACD1-DF5DF3023990}" dt="2026-07-29T09:03:06.548" v="250" actId="20577"/>
      <pc:docMkLst>
        <pc:docMk/>
      </pc:docMkLst>
      <pc:sldChg chg="modSp mod">
        <pc:chgData name="Foks, Philippa M" userId="22966834614_tp_box_2" providerId="OAuth2" clId="{D2E94D42-C8BE-4B07-ACD1-DF5DF3023990}" dt="2026-07-29T09:03:06.548" v="250" actId="20577"/>
        <pc:sldMkLst>
          <pc:docMk/>
          <pc:sldMk cId="284323516" sldId="256"/>
        </pc:sldMkLst>
        <pc:spChg chg="mod">
          <ac:chgData name="Foks, Philippa M" userId="22966834614_tp_box_2" providerId="OAuth2" clId="{D2E94D42-C8BE-4B07-ACD1-DF5DF3023990}" dt="2026-07-29T09:03:06.548" v="250" actId="20577"/>
          <ac:spMkLst>
            <pc:docMk/>
            <pc:sldMk cId="284323516" sldId="256"/>
            <ac:spMk id="2" creationId="{F5DFA28B-C1A2-A212-8379-FC71C3112490}"/>
          </ac:spMkLst>
        </pc:spChg>
      </pc:sldChg>
      <pc:sldChg chg="delSp modSp mod">
        <pc:chgData name="Foks, Philippa M" userId="22966834614_tp_box_2" providerId="OAuth2" clId="{D2E94D42-C8BE-4B07-ACD1-DF5DF3023990}" dt="2026-07-28T10:28:52.713" v="237" actId="20577"/>
        <pc:sldMkLst>
          <pc:docMk/>
          <pc:sldMk cId="2831674545" sldId="266"/>
        </pc:sldMkLst>
        <pc:spChg chg="mod">
          <ac:chgData name="Foks, Philippa M" userId="22966834614_tp_box_2" providerId="OAuth2" clId="{D2E94D42-C8BE-4B07-ACD1-DF5DF3023990}" dt="2026-07-28T10:28:33.762" v="143" actId="20577"/>
          <ac:spMkLst>
            <pc:docMk/>
            <pc:sldMk cId="2831674545" sldId="266"/>
            <ac:spMk id="2" creationId="{C86DD903-625A-7D8B-37E7-69FA4E2231E0}"/>
          </ac:spMkLst>
        </pc:spChg>
        <pc:spChg chg="mod">
          <ac:chgData name="Foks, Philippa M" userId="22966834614_tp_box_2" providerId="OAuth2" clId="{D2E94D42-C8BE-4B07-ACD1-DF5DF3023990}" dt="2026-07-28T10:28:52.713" v="237" actId="20577"/>
          <ac:spMkLst>
            <pc:docMk/>
            <pc:sldMk cId="2831674545" sldId="266"/>
            <ac:spMk id="9" creationId="{9CC308E6-EFEF-DD5E-4FDC-75D02EA879A4}"/>
          </ac:spMkLst>
        </pc:spChg>
        <pc:picChg chg="del">
          <ac:chgData name="Foks, Philippa M" userId="22966834614_tp_box_2" providerId="OAuth2" clId="{D2E94D42-C8BE-4B07-ACD1-DF5DF3023990}" dt="2026-07-28T10:28:25.592" v="133" actId="478"/>
          <ac:picMkLst>
            <pc:docMk/>
            <pc:sldMk cId="2831674545" sldId="266"/>
            <ac:picMk id="7" creationId="{68A7665C-CCFE-AFD1-DE14-3559C7AD5A1B}"/>
          </ac:picMkLst>
        </pc:picChg>
      </pc:sldChg>
      <pc:sldChg chg="modSp mod">
        <pc:chgData name="Foks, Philippa M" userId="22966834614_tp_box_2" providerId="OAuth2" clId="{D2E94D42-C8BE-4B07-ACD1-DF5DF3023990}" dt="2026-07-28T10:22:07.691" v="31" actId="20577"/>
        <pc:sldMkLst>
          <pc:docMk/>
          <pc:sldMk cId="466111015" sldId="274"/>
        </pc:sldMkLst>
        <pc:spChg chg="mod">
          <ac:chgData name="Foks, Philippa M" userId="22966834614_tp_box_2" providerId="OAuth2" clId="{D2E94D42-C8BE-4B07-ACD1-DF5DF3023990}" dt="2026-07-28T10:22:07.691" v="31" actId="20577"/>
          <ac:spMkLst>
            <pc:docMk/>
            <pc:sldMk cId="466111015" sldId="274"/>
            <ac:spMk id="3" creationId="{A9EA5998-61F4-0877-D96E-7297C8083F16}"/>
          </ac:spMkLst>
        </pc:spChg>
      </pc:sldChg>
      <pc:sldChg chg="addSp delSp modSp mod modClrScheme delDesignElem chgLayout">
        <pc:chgData name="Foks, Philippa M" userId="22966834614_tp_box_2" providerId="OAuth2" clId="{D2E94D42-C8BE-4B07-ACD1-DF5DF3023990}" dt="2026-07-28T10:37:45.219" v="249" actId="20577"/>
        <pc:sldMkLst>
          <pc:docMk/>
          <pc:sldMk cId="4250391131" sldId="275"/>
        </pc:sldMkLst>
        <pc:spChg chg="mod ord">
          <ac:chgData name="Foks, Philippa M" userId="22966834614_tp_box_2" providerId="OAuth2" clId="{D2E94D42-C8BE-4B07-ACD1-DF5DF3023990}" dt="2026-07-28T10:13:00.273" v="19" actId="20577"/>
          <ac:spMkLst>
            <pc:docMk/>
            <pc:sldMk cId="4250391131" sldId="275"/>
            <ac:spMk id="2" creationId="{40AC26A5-0621-A093-4CC6-63E7ECB249A4}"/>
          </ac:spMkLst>
        </pc:spChg>
        <pc:spChg chg="add del">
          <ac:chgData name="Foks, Philippa M" userId="22966834614_tp_box_2" providerId="OAuth2" clId="{D2E94D42-C8BE-4B07-ACD1-DF5DF3023990}" dt="2026-07-28T10:12:35.184" v="15" actId="700"/>
          <ac:spMkLst>
            <pc:docMk/>
            <pc:sldMk cId="4250391131" sldId="275"/>
            <ac:spMk id="18" creationId="{7517A47C-B2E5-4B79-8061-D74B1311AF6E}"/>
          </ac:spMkLst>
        </pc:spChg>
        <pc:spChg chg="add del">
          <ac:chgData name="Foks, Philippa M" userId="22966834614_tp_box_2" providerId="OAuth2" clId="{D2E94D42-C8BE-4B07-ACD1-DF5DF3023990}" dt="2026-07-28T10:12:35.184" v="15" actId="700"/>
          <ac:spMkLst>
            <pc:docMk/>
            <pc:sldMk cId="4250391131" sldId="275"/>
            <ac:spMk id="20" creationId="{C505E780-2083-4CB5-A42A-5E0E2908ECC3}"/>
          </ac:spMkLst>
        </pc:spChg>
        <pc:spChg chg="add del">
          <ac:chgData name="Foks, Philippa M" userId="22966834614_tp_box_2" providerId="OAuth2" clId="{D2E94D42-C8BE-4B07-ACD1-DF5DF3023990}" dt="2026-07-28T10:12:35.184" v="15" actId="700"/>
          <ac:spMkLst>
            <pc:docMk/>
            <pc:sldMk cId="4250391131" sldId="275"/>
            <ac:spMk id="22" creationId="{D2C0AE1C-0118-41AE-8A10-7CDCBF10E96F}"/>
          </ac:spMkLst>
        </pc:spChg>
        <pc:spChg chg="add del">
          <ac:chgData name="Foks, Philippa M" userId="22966834614_tp_box_2" providerId="OAuth2" clId="{D2E94D42-C8BE-4B07-ACD1-DF5DF3023990}" dt="2026-07-28T10:12:35.184" v="15" actId="700"/>
          <ac:spMkLst>
            <pc:docMk/>
            <pc:sldMk cId="4250391131" sldId="275"/>
            <ac:spMk id="24" creationId="{463EEC44-1BA3-44ED-81FC-A644B04B2A44}"/>
          </ac:spMkLst>
        </pc:spChg>
        <pc:graphicFrameChg chg="modGraphic">
          <ac:chgData name="Foks, Philippa M" userId="22966834614_tp_box_2" providerId="OAuth2" clId="{D2E94D42-C8BE-4B07-ACD1-DF5DF3023990}" dt="2026-07-28T10:37:45.219" v="249" actId="20577"/>
          <ac:graphicFrameMkLst>
            <pc:docMk/>
            <pc:sldMk cId="4250391131" sldId="275"/>
            <ac:graphicFrameMk id="5" creationId="{500D0474-66A1-DB17-802D-04C8B27BBDFF}"/>
          </ac:graphicFrameMkLst>
        </pc:graphicFrameChg>
        <pc:graphicFrameChg chg="mod ord modGraphic">
          <ac:chgData name="Foks, Philippa M" userId="22966834614_tp_box_2" providerId="OAuth2" clId="{D2E94D42-C8BE-4B07-ACD1-DF5DF3023990}" dt="2026-07-28T10:37:31.197" v="243" actId="20577"/>
          <ac:graphicFrameMkLst>
            <pc:docMk/>
            <pc:sldMk cId="4250391131" sldId="275"/>
            <ac:graphicFrameMk id="14" creationId="{4191142A-65DB-736F-26D8-08CAB7008A6E}"/>
          </ac:graphicFrameMkLst>
        </pc:graphicFrameChg>
      </pc:sldChg>
      <pc:sldChg chg="delSp modSp mod modClrScheme delDesignElem chgLayout">
        <pc:chgData name="Foks, Philippa M" userId="22966834614_tp_box_2" providerId="OAuth2" clId="{D2E94D42-C8BE-4B07-ACD1-DF5DF3023990}" dt="2026-07-28T10:11:54.151" v="11" actId="20577"/>
        <pc:sldMkLst>
          <pc:docMk/>
          <pc:sldMk cId="3144202137" sldId="280"/>
        </pc:sldMkLst>
        <pc:spChg chg="mod ord">
          <ac:chgData name="Foks, Philippa M" userId="22966834614_tp_box_2" providerId="OAuth2" clId="{D2E94D42-C8BE-4B07-ACD1-DF5DF3023990}" dt="2026-07-28T10:11:24.585" v="10" actId="20577"/>
          <ac:spMkLst>
            <pc:docMk/>
            <pc:sldMk cId="3144202137" sldId="280"/>
            <ac:spMk id="2" creationId="{8F4F7254-CA83-0529-8E4E-E5C0BDF64AEC}"/>
          </ac:spMkLst>
        </pc:spChg>
        <pc:spChg chg="del">
          <ac:chgData name="Foks, Philippa M" userId="22966834614_tp_box_2" providerId="OAuth2" clId="{D2E94D42-C8BE-4B07-ACD1-DF5DF3023990}" dt="2026-07-28T10:11:21.692" v="9" actId="700"/>
          <ac:spMkLst>
            <pc:docMk/>
            <pc:sldMk cId="3144202137" sldId="280"/>
            <ac:spMk id="8" creationId="{1BB867FF-FC45-48F7-8104-F89BE54909F1}"/>
          </ac:spMkLst>
        </pc:spChg>
        <pc:spChg chg="del">
          <ac:chgData name="Foks, Philippa M" userId="22966834614_tp_box_2" providerId="OAuth2" clId="{D2E94D42-C8BE-4B07-ACD1-DF5DF3023990}" dt="2026-07-28T10:11:21.692" v="9" actId="700"/>
          <ac:spMkLst>
            <pc:docMk/>
            <pc:sldMk cId="3144202137" sldId="280"/>
            <ac:spMk id="10" creationId="{8BB56887-D0D5-4F0C-9E19-7247EB83C8B7}"/>
          </ac:spMkLst>
        </pc:spChg>
        <pc:spChg chg="del">
          <ac:chgData name="Foks, Philippa M" userId="22966834614_tp_box_2" providerId="OAuth2" clId="{D2E94D42-C8BE-4B07-ACD1-DF5DF3023990}" dt="2026-07-28T10:11:21.692" v="9" actId="700"/>
          <ac:spMkLst>
            <pc:docMk/>
            <pc:sldMk cId="3144202137" sldId="280"/>
            <ac:spMk id="12" creationId="{081E4A58-353D-44AE-B2FC-2A74E2E400F7}"/>
          </ac:spMkLst>
        </pc:spChg>
        <pc:spChg chg="mod">
          <ac:chgData name="Foks, Philippa M" userId="22966834614_tp_box_2" providerId="OAuth2" clId="{D2E94D42-C8BE-4B07-ACD1-DF5DF3023990}" dt="2026-07-28T10:09:24.496" v="5" actId="20577"/>
          <ac:spMkLst>
            <pc:docMk/>
            <pc:sldMk cId="3144202137" sldId="280"/>
            <ac:spMk id="15" creationId="{00B5D57D-3E93-8906-508B-C522A554F45A}"/>
          </ac:spMkLst>
        </pc:spChg>
        <pc:spChg chg="mod">
          <ac:chgData name="Foks, Philippa M" userId="22966834614_tp_box_2" providerId="OAuth2" clId="{D2E94D42-C8BE-4B07-ACD1-DF5DF3023990}" dt="2026-07-28T10:11:54.151" v="11" actId="20577"/>
          <ac:spMkLst>
            <pc:docMk/>
            <pc:sldMk cId="3144202137" sldId="280"/>
            <ac:spMk id="16" creationId="{A34F8A88-2098-1F82-5540-2502C8EAE7A9}"/>
          </ac:spMkLst>
        </pc:spChg>
        <pc:spChg chg="mod">
          <ac:chgData name="Foks, Philippa M" userId="22966834614_tp_box_2" providerId="OAuth2" clId="{D2E94D42-C8BE-4B07-ACD1-DF5DF3023990}" dt="2026-07-28T10:09:17.796" v="1" actId="20577"/>
          <ac:spMkLst>
            <pc:docMk/>
            <pc:sldMk cId="3144202137" sldId="280"/>
            <ac:spMk id="20" creationId="{63ADA3AD-58AB-3CE4-137F-C436E0ACCFCD}"/>
          </ac:spMkLst>
        </pc:spChg>
        <pc:spChg chg="mod">
          <ac:chgData name="Foks, Philippa M" userId="22966834614_tp_box_2" providerId="OAuth2" clId="{D2E94D42-C8BE-4B07-ACD1-DF5DF3023990}" dt="2026-07-28T10:09:19.895" v="3" actId="20577"/>
          <ac:spMkLst>
            <pc:docMk/>
            <pc:sldMk cId="3144202137" sldId="280"/>
            <ac:spMk id="21" creationId="{54B629A6-01CA-9681-0D35-8F4CCBEE648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63D06B-219C-4787-B364-14F54F6CBE2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6A50F23-77AF-41D1-B79A-FCA564FFA191}">
      <dgm:prSet custT="1"/>
      <dgm:spPr/>
      <dgm:t>
        <a:bodyPr/>
        <a:lstStyle/>
        <a:p>
          <a:r>
            <a:rPr lang="en-GB" sz="2000" dirty="0"/>
            <a:t>Exams (May-June 2027)</a:t>
          </a:r>
          <a:endParaRPr lang="en-US" sz="2000" dirty="0"/>
        </a:p>
      </dgm:t>
    </dgm:pt>
    <dgm:pt modelId="{772A6303-8BA3-4F61-AFF1-50FF70F8E219}" type="parTrans" cxnId="{559D92B6-BC0F-4A38-B4DA-C52CD6F3EC8C}">
      <dgm:prSet/>
      <dgm:spPr/>
      <dgm:t>
        <a:bodyPr/>
        <a:lstStyle/>
        <a:p>
          <a:endParaRPr lang="en-US"/>
        </a:p>
      </dgm:t>
    </dgm:pt>
    <dgm:pt modelId="{3A7B1383-226D-4762-B544-333CDC6E2855}" type="sibTrans" cxnId="{559D92B6-BC0F-4A38-B4DA-C52CD6F3EC8C}">
      <dgm:prSet/>
      <dgm:spPr/>
      <dgm:t>
        <a:bodyPr/>
        <a:lstStyle/>
        <a:p>
          <a:endParaRPr lang="en-US"/>
        </a:p>
      </dgm:t>
    </dgm:pt>
    <dgm:pt modelId="{E594106C-3A55-45BA-AD48-FC7DF350B283}">
      <dgm:prSet custT="1"/>
      <dgm:spPr/>
      <dgm:t>
        <a:bodyPr/>
        <a:lstStyle/>
        <a:p>
          <a:r>
            <a:rPr lang="en-GB" sz="2000" dirty="0"/>
            <a:t>Exam boards (end June-July 2027)</a:t>
          </a:r>
          <a:endParaRPr lang="en-US" sz="2000" dirty="0"/>
        </a:p>
      </dgm:t>
    </dgm:pt>
    <dgm:pt modelId="{BDCDB207-E539-495E-AEC1-8606995DE442}" type="parTrans" cxnId="{649C7DFD-8EBB-4485-94E3-82EC53D35914}">
      <dgm:prSet/>
      <dgm:spPr/>
      <dgm:t>
        <a:bodyPr/>
        <a:lstStyle/>
        <a:p>
          <a:endParaRPr lang="en-US"/>
        </a:p>
      </dgm:t>
    </dgm:pt>
    <dgm:pt modelId="{D3459540-EC38-4831-A66C-6A612C0681CD}" type="sibTrans" cxnId="{649C7DFD-8EBB-4485-94E3-82EC53D35914}">
      <dgm:prSet/>
      <dgm:spPr/>
      <dgm:t>
        <a:bodyPr/>
        <a:lstStyle/>
        <a:p>
          <a:endParaRPr lang="en-US"/>
        </a:p>
      </dgm:t>
    </dgm:pt>
    <dgm:pt modelId="{1CCD5D26-42F7-4C92-8B6A-D818CC35CB24}">
      <dgm:prSet custT="1"/>
      <dgm:spPr/>
      <dgm:t>
        <a:bodyPr/>
        <a:lstStyle/>
        <a:p>
          <a:r>
            <a:rPr lang="en-GB" sz="2000" dirty="0"/>
            <a:t>Results released (early July 2027) </a:t>
          </a:r>
          <a:endParaRPr lang="en-US" sz="2000" dirty="0"/>
        </a:p>
      </dgm:t>
    </dgm:pt>
    <dgm:pt modelId="{AAE4CFAC-3559-4955-ADE0-564ECF572784}" type="parTrans" cxnId="{8278B0C7-0926-481A-99F5-5B4864266764}">
      <dgm:prSet/>
      <dgm:spPr/>
      <dgm:t>
        <a:bodyPr/>
        <a:lstStyle/>
        <a:p>
          <a:endParaRPr lang="en-US"/>
        </a:p>
      </dgm:t>
    </dgm:pt>
    <dgm:pt modelId="{D55FBEF0-8D15-4345-975A-750F97E41679}" type="sibTrans" cxnId="{8278B0C7-0926-481A-99F5-5B4864266764}">
      <dgm:prSet/>
      <dgm:spPr/>
      <dgm:t>
        <a:bodyPr/>
        <a:lstStyle/>
        <a:p>
          <a:endParaRPr lang="en-US"/>
        </a:p>
      </dgm:t>
    </dgm:pt>
    <dgm:pt modelId="{030D9994-2FE3-47AD-A447-EE2F3F033B8E}">
      <dgm:prSet custT="1"/>
      <dgm:spPr/>
      <dgm:t>
        <a:bodyPr/>
        <a:lstStyle/>
        <a:p>
          <a:r>
            <a:rPr lang="en-US" sz="2000" dirty="0"/>
            <a:t>HEAR updated (transcripts and degree certificate) 7 days after results release</a:t>
          </a:r>
        </a:p>
      </dgm:t>
    </dgm:pt>
    <dgm:pt modelId="{0007D269-9E3B-43AC-BED6-1FB0C60E7E86}" type="parTrans" cxnId="{4DE55FCC-075C-433E-8F03-A8FEC87B1E03}">
      <dgm:prSet/>
      <dgm:spPr/>
      <dgm:t>
        <a:bodyPr/>
        <a:lstStyle/>
        <a:p>
          <a:endParaRPr lang="en-US"/>
        </a:p>
      </dgm:t>
    </dgm:pt>
    <dgm:pt modelId="{9128E437-16BC-4301-BC02-F5658A48AD4B}" type="sibTrans" cxnId="{4DE55FCC-075C-433E-8F03-A8FEC87B1E03}">
      <dgm:prSet/>
      <dgm:spPr/>
      <dgm:t>
        <a:bodyPr/>
        <a:lstStyle/>
        <a:p>
          <a:endParaRPr lang="en-US"/>
        </a:p>
      </dgm:t>
    </dgm:pt>
    <dgm:pt modelId="{8699E1AF-22C5-4A79-9ABA-64EE50E04114}" type="pres">
      <dgm:prSet presAssocID="{CF63D06B-219C-4787-B364-14F54F6CBE2E}" presName="outerComposite" presStyleCnt="0">
        <dgm:presLayoutVars>
          <dgm:chMax val="5"/>
          <dgm:dir/>
          <dgm:resizeHandles val="exact"/>
        </dgm:presLayoutVars>
      </dgm:prSet>
      <dgm:spPr/>
    </dgm:pt>
    <dgm:pt modelId="{E54DC48B-028E-4089-BE79-B15D243C9A71}" type="pres">
      <dgm:prSet presAssocID="{CF63D06B-219C-4787-B364-14F54F6CBE2E}" presName="dummyMaxCanvas" presStyleCnt="0">
        <dgm:presLayoutVars/>
      </dgm:prSet>
      <dgm:spPr/>
    </dgm:pt>
    <dgm:pt modelId="{7A5B8739-61E1-4153-BD5A-50FABBCECAB9}" type="pres">
      <dgm:prSet presAssocID="{CF63D06B-219C-4787-B364-14F54F6CBE2E}" presName="FourNodes_1" presStyleLbl="node1" presStyleIdx="0" presStyleCnt="4">
        <dgm:presLayoutVars>
          <dgm:bulletEnabled val="1"/>
        </dgm:presLayoutVars>
      </dgm:prSet>
      <dgm:spPr/>
    </dgm:pt>
    <dgm:pt modelId="{8AF4D8A9-2EF7-40EE-B40E-DFF8182CEF44}" type="pres">
      <dgm:prSet presAssocID="{CF63D06B-219C-4787-B364-14F54F6CBE2E}" presName="FourNodes_2" presStyleLbl="node1" presStyleIdx="1" presStyleCnt="4">
        <dgm:presLayoutVars>
          <dgm:bulletEnabled val="1"/>
        </dgm:presLayoutVars>
      </dgm:prSet>
      <dgm:spPr/>
    </dgm:pt>
    <dgm:pt modelId="{2A023E04-9543-4728-AA61-D5A50652696F}" type="pres">
      <dgm:prSet presAssocID="{CF63D06B-219C-4787-B364-14F54F6CBE2E}" presName="FourNodes_3" presStyleLbl="node1" presStyleIdx="2" presStyleCnt="4">
        <dgm:presLayoutVars>
          <dgm:bulletEnabled val="1"/>
        </dgm:presLayoutVars>
      </dgm:prSet>
      <dgm:spPr/>
    </dgm:pt>
    <dgm:pt modelId="{EED345C9-3C4B-4F98-B8AD-61072DFE8334}" type="pres">
      <dgm:prSet presAssocID="{CF63D06B-219C-4787-B364-14F54F6CBE2E}" presName="FourNodes_4" presStyleLbl="node1" presStyleIdx="3" presStyleCnt="4">
        <dgm:presLayoutVars>
          <dgm:bulletEnabled val="1"/>
        </dgm:presLayoutVars>
      </dgm:prSet>
      <dgm:spPr/>
    </dgm:pt>
    <dgm:pt modelId="{57A17462-065E-4F66-931C-C77F17183568}" type="pres">
      <dgm:prSet presAssocID="{CF63D06B-219C-4787-B364-14F54F6CBE2E}" presName="FourConn_1-2" presStyleLbl="fgAccFollowNode1" presStyleIdx="0" presStyleCnt="3">
        <dgm:presLayoutVars>
          <dgm:bulletEnabled val="1"/>
        </dgm:presLayoutVars>
      </dgm:prSet>
      <dgm:spPr/>
    </dgm:pt>
    <dgm:pt modelId="{24380622-4D69-45D0-99AF-48E561FB20DB}" type="pres">
      <dgm:prSet presAssocID="{CF63D06B-219C-4787-B364-14F54F6CBE2E}" presName="FourConn_2-3" presStyleLbl="fgAccFollowNode1" presStyleIdx="1" presStyleCnt="3">
        <dgm:presLayoutVars>
          <dgm:bulletEnabled val="1"/>
        </dgm:presLayoutVars>
      </dgm:prSet>
      <dgm:spPr/>
    </dgm:pt>
    <dgm:pt modelId="{6B45D29C-9F4D-4614-82C5-1BC3436E2882}" type="pres">
      <dgm:prSet presAssocID="{CF63D06B-219C-4787-B364-14F54F6CBE2E}" presName="FourConn_3-4" presStyleLbl="fgAccFollowNode1" presStyleIdx="2" presStyleCnt="3">
        <dgm:presLayoutVars>
          <dgm:bulletEnabled val="1"/>
        </dgm:presLayoutVars>
      </dgm:prSet>
      <dgm:spPr/>
    </dgm:pt>
    <dgm:pt modelId="{35BE6621-CEA2-49BA-A3BD-D77F9F5BBBC6}" type="pres">
      <dgm:prSet presAssocID="{CF63D06B-219C-4787-B364-14F54F6CBE2E}" presName="FourNodes_1_text" presStyleLbl="node1" presStyleIdx="3" presStyleCnt="4">
        <dgm:presLayoutVars>
          <dgm:bulletEnabled val="1"/>
        </dgm:presLayoutVars>
      </dgm:prSet>
      <dgm:spPr/>
    </dgm:pt>
    <dgm:pt modelId="{8D33A790-A09E-4817-9B22-F65B6AFA862A}" type="pres">
      <dgm:prSet presAssocID="{CF63D06B-219C-4787-B364-14F54F6CBE2E}" presName="FourNodes_2_text" presStyleLbl="node1" presStyleIdx="3" presStyleCnt="4">
        <dgm:presLayoutVars>
          <dgm:bulletEnabled val="1"/>
        </dgm:presLayoutVars>
      </dgm:prSet>
      <dgm:spPr/>
    </dgm:pt>
    <dgm:pt modelId="{7196DB15-DCEC-45AA-B4E8-45CF600C08A9}" type="pres">
      <dgm:prSet presAssocID="{CF63D06B-219C-4787-B364-14F54F6CBE2E}" presName="FourNodes_3_text" presStyleLbl="node1" presStyleIdx="3" presStyleCnt="4">
        <dgm:presLayoutVars>
          <dgm:bulletEnabled val="1"/>
        </dgm:presLayoutVars>
      </dgm:prSet>
      <dgm:spPr/>
    </dgm:pt>
    <dgm:pt modelId="{49D65D46-7AC7-4C87-AAD7-B1FDFEC51FDC}" type="pres">
      <dgm:prSet presAssocID="{CF63D06B-219C-4787-B364-14F54F6CBE2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323AD28-4941-4705-A8A3-DE5E22134443}" type="presOf" srcId="{030D9994-2FE3-47AD-A447-EE2F3F033B8E}" destId="{EED345C9-3C4B-4F98-B8AD-61072DFE8334}" srcOrd="0" destOrd="0" presId="urn:microsoft.com/office/officeart/2005/8/layout/vProcess5"/>
    <dgm:cxn modelId="{A6015C3D-C8E6-48FE-980A-3F77A4B515E1}" type="presOf" srcId="{1CCD5D26-42F7-4C92-8B6A-D818CC35CB24}" destId="{2A023E04-9543-4728-AA61-D5A50652696F}" srcOrd="0" destOrd="0" presId="urn:microsoft.com/office/officeart/2005/8/layout/vProcess5"/>
    <dgm:cxn modelId="{6C425C6F-2DC0-4CE9-944A-067789747B94}" type="presOf" srcId="{030D9994-2FE3-47AD-A447-EE2F3F033B8E}" destId="{49D65D46-7AC7-4C87-AAD7-B1FDFEC51FDC}" srcOrd="1" destOrd="0" presId="urn:microsoft.com/office/officeart/2005/8/layout/vProcess5"/>
    <dgm:cxn modelId="{7A625C76-9703-4762-B671-1AE5B8CB91A7}" type="presOf" srcId="{1CCD5D26-42F7-4C92-8B6A-D818CC35CB24}" destId="{7196DB15-DCEC-45AA-B4E8-45CF600C08A9}" srcOrd="1" destOrd="0" presId="urn:microsoft.com/office/officeart/2005/8/layout/vProcess5"/>
    <dgm:cxn modelId="{11466A77-4512-4135-BDD2-525BDAB26C9E}" type="presOf" srcId="{D55FBEF0-8D15-4345-975A-750F97E41679}" destId="{6B45D29C-9F4D-4614-82C5-1BC3436E2882}" srcOrd="0" destOrd="0" presId="urn:microsoft.com/office/officeart/2005/8/layout/vProcess5"/>
    <dgm:cxn modelId="{D5C9798B-7DAC-4588-B645-4C85358898D1}" type="presOf" srcId="{E594106C-3A55-45BA-AD48-FC7DF350B283}" destId="{8D33A790-A09E-4817-9B22-F65B6AFA862A}" srcOrd="1" destOrd="0" presId="urn:microsoft.com/office/officeart/2005/8/layout/vProcess5"/>
    <dgm:cxn modelId="{CE9CC98D-F0F1-4B4C-BBFC-0B5DDC173C24}" type="presOf" srcId="{E594106C-3A55-45BA-AD48-FC7DF350B283}" destId="{8AF4D8A9-2EF7-40EE-B40E-DFF8182CEF44}" srcOrd="0" destOrd="0" presId="urn:microsoft.com/office/officeart/2005/8/layout/vProcess5"/>
    <dgm:cxn modelId="{02E4B38E-55B7-47B9-A3AB-F0C4359A5748}" type="presOf" srcId="{16A50F23-77AF-41D1-B79A-FCA564FFA191}" destId="{35BE6621-CEA2-49BA-A3BD-D77F9F5BBBC6}" srcOrd="1" destOrd="0" presId="urn:microsoft.com/office/officeart/2005/8/layout/vProcess5"/>
    <dgm:cxn modelId="{30601E9F-1D52-4427-942A-738FD597BEB1}" type="presOf" srcId="{CF63D06B-219C-4787-B364-14F54F6CBE2E}" destId="{8699E1AF-22C5-4A79-9ABA-64EE50E04114}" srcOrd="0" destOrd="0" presId="urn:microsoft.com/office/officeart/2005/8/layout/vProcess5"/>
    <dgm:cxn modelId="{559D92B6-BC0F-4A38-B4DA-C52CD6F3EC8C}" srcId="{CF63D06B-219C-4787-B364-14F54F6CBE2E}" destId="{16A50F23-77AF-41D1-B79A-FCA564FFA191}" srcOrd="0" destOrd="0" parTransId="{772A6303-8BA3-4F61-AFF1-50FF70F8E219}" sibTransId="{3A7B1383-226D-4762-B544-333CDC6E2855}"/>
    <dgm:cxn modelId="{8278B0C7-0926-481A-99F5-5B4864266764}" srcId="{CF63D06B-219C-4787-B364-14F54F6CBE2E}" destId="{1CCD5D26-42F7-4C92-8B6A-D818CC35CB24}" srcOrd="2" destOrd="0" parTransId="{AAE4CFAC-3559-4955-ADE0-564ECF572784}" sibTransId="{D55FBEF0-8D15-4345-975A-750F97E41679}"/>
    <dgm:cxn modelId="{4DE55FCC-075C-433E-8F03-A8FEC87B1E03}" srcId="{CF63D06B-219C-4787-B364-14F54F6CBE2E}" destId="{030D9994-2FE3-47AD-A447-EE2F3F033B8E}" srcOrd="3" destOrd="0" parTransId="{0007D269-9E3B-43AC-BED6-1FB0C60E7E86}" sibTransId="{9128E437-16BC-4301-BC02-F5658A48AD4B}"/>
    <dgm:cxn modelId="{61ED2FD1-5614-44AF-B899-C82493B44607}" type="presOf" srcId="{3A7B1383-226D-4762-B544-333CDC6E2855}" destId="{57A17462-065E-4F66-931C-C77F17183568}" srcOrd="0" destOrd="0" presId="urn:microsoft.com/office/officeart/2005/8/layout/vProcess5"/>
    <dgm:cxn modelId="{293153D1-0CD1-4E65-89A5-2C0AA018EA92}" type="presOf" srcId="{D3459540-EC38-4831-A66C-6A612C0681CD}" destId="{24380622-4D69-45D0-99AF-48E561FB20DB}" srcOrd="0" destOrd="0" presId="urn:microsoft.com/office/officeart/2005/8/layout/vProcess5"/>
    <dgm:cxn modelId="{2DFC6CE1-20BA-4281-B064-0FE4C3073BB8}" type="presOf" srcId="{16A50F23-77AF-41D1-B79A-FCA564FFA191}" destId="{7A5B8739-61E1-4153-BD5A-50FABBCECAB9}" srcOrd="0" destOrd="0" presId="urn:microsoft.com/office/officeart/2005/8/layout/vProcess5"/>
    <dgm:cxn modelId="{649C7DFD-8EBB-4485-94E3-82EC53D35914}" srcId="{CF63D06B-219C-4787-B364-14F54F6CBE2E}" destId="{E594106C-3A55-45BA-AD48-FC7DF350B283}" srcOrd="1" destOrd="0" parTransId="{BDCDB207-E539-495E-AEC1-8606995DE442}" sibTransId="{D3459540-EC38-4831-A66C-6A612C0681CD}"/>
    <dgm:cxn modelId="{B78D5700-7662-4EC3-89C8-789CBF1331DB}" type="presParOf" srcId="{8699E1AF-22C5-4A79-9ABA-64EE50E04114}" destId="{E54DC48B-028E-4089-BE79-B15D243C9A71}" srcOrd="0" destOrd="0" presId="urn:microsoft.com/office/officeart/2005/8/layout/vProcess5"/>
    <dgm:cxn modelId="{90E0AF0E-06F0-42D0-ACF3-95AD8E23AB24}" type="presParOf" srcId="{8699E1AF-22C5-4A79-9ABA-64EE50E04114}" destId="{7A5B8739-61E1-4153-BD5A-50FABBCECAB9}" srcOrd="1" destOrd="0" presId="urn:microsoft.com/office/officeart/2005/8/layout/vProcess5"/>
    <dgm:cxn modelId="{222B96AE-11CE-4EFB-B9F8-4C0143E57492}" type="presParOf" srcId="{8699E1AF-22C5-4A79-9ABA-64EE50E04114}" destId="{8AF4D8A9-2EF7-40EE-B40E-DFF8182CEF44}" srcOrd="2" destOrd="0" presId="urn:microsoft.com/office/officeart/2005/8/layout/vProcess5"/>
    <dgm:cxn modelId="{E4B77E30-06FE-4D49-9146-A1A2475B0960}" type="presParOf" srcId="{8699E1AF-22C5-4A79-9ABA-64EE50E04114}" destId="{2A023E04-9543-4728-AA61-D5A50652696F}" srcOrd="3" destOrd="0" presId="urn:microsoft.com/office/officeart/2005/8/layout/vProcess5"/>
    <dgm:cxn modelId="{CBFA1114-38F1-4804-986C-0BCFC43D71D6}" type="presParOf" srcId="{8699E1AF-22C5-4A79-9ABA-64EE50E04114}" destId="{EED345C9-3C4B-4F98-B8AD-61072DFE8334}" srcOrd="4" destOrd="0" presId="urn:microsoft.com/office/officeart/2005/8/layout/vProcess5"/>
    <dgm:cxn modelId="{82071A69-E808-4809-894A-2D3C7520C454}" type="presParOf" srcId="{8699E1AF-22C5-4A79-9ABA-64EE50E04114}" destId="{57A17462-065E-4F66-931C-C77F17183568}" srcOrd="5" destOrd="0" presId="urn:microsoft.com/office/officeart/2005/8/layout/vProcess5"/>
    <dgm:cxn modelId="{8DFC9503-913B-49F9-860B-E1C3A44655E0}" type="presParOf" srcId="{8699E1AF-22C5-4A79-9ABA-64EE50E04114}" destId="{24380622-4D69-45D0-99AF-48E561FB20DB}" srcOrd="6" destOrd="0" presId="urn:microsoft.com/office/officeart/2005/8/layout/vProcess5"/>
    <dgm:cxn modelId="{8B8F95B5-06C3-454B-AF06-FAAB691B7323}" type="presParOf" srcId="{8699E1AF-22C5-4A79-9ABA-64EE50E04114}" destId="{6B45D29C-9F4D-4614-82C5-1BC3436E2882}" srcOrd="7" destOrd="0" presId="urn:microsoft.com/office/officeart/2005/8/layout/vProcess5"/>
    <dgm:cxn modelId="{191F6D97-98B9-44EA-8631-9D3A9EBBD474}" type="presParOf" srcId="{8699E1AF-22C5-4A79-9ABA-64EE50E04114}" destId="{35BE6621-CEA2-49BA-A3BD-D77F9F5BBBC6}" srcOrd="8" destOrd="0" presId="urn:microsoft.com/office/officeart/2005/8/layout/vProcess5"/>
    <dgm:cxn modelId="{9A928712-C18D-4F80-B9D9-4F9C889664D2}" type="presParOf" srcId="{8699E1AF-22C5-4A79-9ABA-64EE50E04114}" destId="{8D33A790-A09E-4817-9B22-F65B6AFA862A}" srcOrd="9" destOrd="0" presId="urn:microsoft.com/office/officeart/2005/8/layout/vProcess5"/>
    <dgm:cxn modelId="{7CE5C3A7-6232-46BC-9895-F381A651D43B}" type="presParOf" srcId="{8699E1AF-22C5-4A79-9ABA-64EE50E04114}" destId="{7196DB15-DCEC-45AA-B4E8-45CF600C08A9}" srcOrd="10" destOrd="0" presId="urn:microsoft.com/office/officeart/2005/8/layout/vProcess5"/>
    <dgm:cxn modelId="{042087D7-7739-4EE3-9970-4F4E46EED8E2}" type="presParOf" srcId="{8699E1AF-22C5-4A79-9ABA-64EE50E04114}" destId="{49D65D46-7AC7-4C87-AAD7-B1FDFEC51FD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63D06B-219C-4787-B364-14F54F6CBE2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6A50F23-77AF-41D1-B79A-FCA564FFA191}">
      <dgm:prSet/>
      <dgm:spPr/>
      <dgm:t>
        <a:bodyPr/>
        <a:lstStyle/>
        <a:p>
          <a:r>
            <a:rPr lang="en-GB" dirty="0"/>
            <a:t>Resit Exams (August-September 2027)</a:t>
          </a:r>
          <a:endParaRPr lang="en-US" dirty="0"/>
        </a:p>
      </dgm:t>
    </dgm:pt>
    <dgm:pt modelId="{772A6303-8BA3-4F61-AFF1-50FF70F8E219}" type="parTrans" cxnId="{559D92B6-BC0F-4A38-B4DA-C52CD6F3EC8C}">
      <dgm:prSet/>
      <dgm:spPr/>
      <dgm:t>
        <a:bodyPr/>
        <a:lstStyle/>
        <a:p>
          <a:endParaRPr lang="en-US"/>
        </a:p>
      </dgm:t>
    </dgm:pt>
    <dgm:pt modelId="{3A7B1383-226D-4762-B544-333CDC6E2855}" type="sibTrans" cxnId="{559D92B6-BC0F-4A38-B4DA-C52CD6F3EC8C}">
      <dgm:prSet/>
      <dgm:spPr/>
      <dgm:t>
        <a:bodyPr/>
        <a:lstStyle/>
        <a:p>
          <a:endParaRPr lang="en-US"/>
        </a:p>
      </dgm:t>
    </dgm:pt>
    <dgm:pt modelId="{E594106C-3A55-45BA-AD48-FC7DF350B283}">
      <dgm:prSet/>
      <dgm:spPr/>
      <dgm:t>
        <a:bodyPr/>
        <a:lstStyle/>
        <a:p>
          <a:r>
            <a:rPr lang="en-GB" dirty="0"/>
            <a:t>Resit exam boards (end September 2027)</a:t>
          </a:r>
          <a:endParaRPr lang="en-US" dirty="0"/>
        </a:p>
      </dgm:t>
    </dgm:pt>
    <dgm:pt modelId="{BDCDB207-E539-495E-AEC1-8606995DE442}" type="parTrans" cxnId="{649C7DFD-8EBB-4485-94E3-82EC53D35914}">
      <dgm:prSet/>
      <dgm:spPr/>
      <dgm:t>
        <a:bodyPr/>
        <a:lstStyle/>
        <a:p>
          <a:endParaRPr lang="en-US"/>
        </a:p>
      </dgm:t>
    </dgm:pt>
    <dgm:pt modelId="{D3459540-EC38-4831-A66C-6A612C0681CD}" type="sibTrans" cxnId="{649C7DFD-8EBB-4485-94E3-82EC53D35914}">
      <dgm:prSet/>
      <dgm:spPr/>
      <dgm:t>
        <a:bodyPr/>
        <a:lstStyle/>
        <a:p>
          <a:endParaRPr lang="en-US"/>
        </a:p>
      </dgm:t>
    </dgm:pt>
    <dgm:pt modelId="{1CCD5D26-42F7-4C92-8B6A-D818CC35CB24}">
      <dgm:prSet/>
      <dgm:spPr/>
      <dgm:t>
        <a:bodyPr/>
        <a:lstStyle/>
        <a:p>
          <a:r>
            <a:rPr lang="en-GB" dirty="0"/>
            <a:t>Results released (end September 2027) </a:t>
          </a:r>
          <a:endParaRPr lang="en-US" dirty="0"/>
        </a:p>
      </dgm:t>
    </dgm:pt>
    <dgm:pt modelId="{AAE4CFAC-3559-4955-ADE0-564ECF572784}" type="parTrans" cxnId="{8278B0C7-0926-481A-99F5-5B4864266764}">
      <dgm:prSet/>
      <dgm:spPr/>
      <dgm:t>
        <a:bodyPr/>
        <a:lstStyle/>
        <a:p>
          <a:endParaRPr lang="en-US"/>
        </a:p>
      </dgm:t>
    </dgm:pt>
    <dgm:pt modelId="{D55FBEF0-8D15-4345-975A-750F97E41679}" type="sibTrans" cxnId="{8278B0C7-0926-481A-99F5-5B4864266764}">
      <dgm:prSet/>
      <dgm:spPr/>
      <dgm:t>
        <a:bodyPr/>
        <a:lstStyle/>
        <a:p>
          <a:endParaRPr lang="en-US"/>
        </a:p>
      </dgm:t>
    </dgm:pt>
    <dgm:pt modelId="{030D9994-2FE3-47AD-A447-EE2F3F033B8E}">
      <dgm:prSet/>
      <dgm:spPr/>
      <dgm:t>
        <a:bodyPr/>
        <a:lstStyle/>
        <a:p>
          <a:r>
            <a:rPr lang="en-US" dirty="0"/>
            <a:t>HEAR updated (transcripts and degree certificate) 7 days after results release</a:t>
          </a:r>
        </a:p>
      </dgm:t>
    </dgm:pt>
    <dgm:pt modelId="{0007D269-9E3B-43AC-BED6-1FB0C60E7E86}" type="parTrans" cxnId="{4DE55FCC-075C-433E-8F03-A8FEC87B1E03}">
      <dgm:prSet/>
      <dgm:spPr/>
      <dgm:t>
        <a:bodyPr/>
        <a:lstStyle/>
        <a:p>
          <a:endParaRPr lang="en-US"/>
        </a:p>
      </dgm:t>
    </dgm:pt>
    <dgm:pt modelId="{9128E437-16BC-4301-BC02-F5658A48AD4B}" type="sibTrans" cxnId="{4DE55FCC-075C-433E-8F03-A8FEC87B1E03}">
      <dgm:prSet/>
      <dgm:spPr/>
      <dgm:t>
        <a:bodyPr/>
        <a:lstStyle/>
        <a:p>
          <a:endParaRPr lang="en-US"/>
        </a:p>
      </dgm:t>
    </dgm:pt>
    <dgm:pt modelId="{8699E1AF-22C5-4A79-9ABA-64EE50E04114}" type="pres">
      <dgm:prSet presAssocID="{CF63D06B-219C-4787-B364-14F54F6CBE2E}" presName="outerComposite" presStyleCnt="0">
        <dgm:presLayoutVars>
          <dgm:chMax val="5"/>
          <dgm:dir/>
          <dgm:resizeHandles val="exact"/>
        </dgm:presLayoutVars>
      </dgm:prSet>
      <dgm:spPr/>
    </dgm:pt>
    <dgm:pt modelId="{E54DC48B-028E-4089-BE79-B15D243C9A71}" type="pres">
      <dgm:prSet presAssocID="{CF63D06B-219C-4787-B364-14F54F6CBE2E}" presName="dummyMaxCanvas" presStyleCnt="0">
        <dgm:presLayoutVars/>
      </dgm:prSet>
      <dgm:spPr/>
    </dgm:pt>
    <dgm:pt modelId="{54BD1286-807F-49CD-AB9B-25616FBB2A4B}" type="pres">
      <dgm:prSet presAssocID="{CF63D06B-219C-4787-B364-14F54F6CBE2E}" presName="FourNodes_1" presStyleLbl="node1" presStyleIdx="0" presStyleCnt="4">
        <dgm:presLayoutVars>
          <dgm:bulletEnabled val="1"/>
        </dgm:presLayoutVars>
      </dgm:prSet>
      <dgm:spPr/>
    </dgm:pt>
    <dgm:pt modelId="{DC305E7D-CCCD-4D4E-9286-4F9BF718DF74}" type="pres">
      <dgm:prSet presAssocID="{CF63D06B-219C-4787-B364-14F54F6CBE2E}" presName="FourNodes_2" presStyleLbl="node1" presStyleIdx="1" presStyleCnt="4">
        <dgm:presLayoutVars>
          <dgm:bulletEnabled val="1"/>
        </dgm:presLayoutVars>
      </dgm:prSet>
      <dgm:spPr/>
    </dgm:pt>
    <dgm:pt modelId="{0DEA629E-894E-49CA-AF22-4F8C620A2E9A}" type="pres">
      <dgm:prSet presAssocID="{CF63D06B-219C-4787-B364-14F54F6CBE2E}" presName="FourNodes_3" presStyleLbl="node1" presStyleIdx="2" presStyleCnt="4">
        <dgm:presLayoutVars>
          <dgm:bulletEnabled val="1"/>
        </dgm:presLayoutVars>
      </dgm:prSet>
      <dgm:spPr/>
    </dgm:pt>
    <dgm:pt modelId="{940EED4F-FCD4-4920-B0DB-2FD10FDAAF74}" type="pres">
      <dgm:prSet presAssocID="{CF63D06B-219C-4787-B364-14F54F6CBE2E}" presName="FourNodes_4" presStyleLbl="node1" presStyleIdx="3" presStyleCnt="4">
        <dgm:presLayoutVars>
          <dgm:bulletEnabled val="1"/>
        </dgm:presLayoutVars>
      </dgm:prSet>
      <dgm:spPr/>
    </dgm:pt>
    <dgm:pt modelId="{F2ACC314-B8D8-4FA4-A54F-156BCFFCBEB2}" type="pres">
      <dgm:prSet presAssocID="{CF63D06B-219C-4787-B364-14F54F6CBE2E}" presName="FourConn_1-2" presStyleLbl="fgAccFollowNode1" presStyleIdx="0" presStyleCnt="3">
        <dgm:presLayoutVars>
          <dgm:bulletEnabled val="1"/>
        </dgm:presLayoutVars>
      </dgm:prSet>
      <dgm:spPr/>
    </dgm:pt>
    <dgm:pt modelId="{3E33A6E6-8BF1-4162-8C49-62D5B55E3CC8}" type="pres">
      <dgm:prSet presAssocID="{CF63D06B-219C-4787-B364-14F54F6CBE2E}" presName="FourConn_2-3" presStyleLbl="fgAccFollowNode1" presStyleIdx="1" presStyleCnt="3">
        <dgm:presLayoutVars>
          <dgm:bulletEnabled val="1"/>
        </dgm:presLayoutVars>
      </dgm:prSet>
      <dgm:spPr/>
    </dgm:pt>
    <dgm:pt modelId="{4C06B5CA-0636-4289-B849-589F6A9BD55F}" type="pres">
      <dgm:prSet presAssocID="{CF63D06B-219C-4787-B364-14F54F6CBE2E}" presName="FourConn_3-4" presStyleLbl="fgAccFollowNode1" presStyleIdx="2" presStyleCnt="3">
        <dgm:presLayoutVars>
          <dgm:bulletEnabled val="1"/>
        </dgm:presLayoutVars>
      </dgm:prSet>
      <dgm:spPr/>
    </dgm:pt>
    <dgm:pt modelId="{488DCB3D-1663-42B1-9C78-3F17833475F6}" type="pres">
      <dgm:prSet presAssocID="{CF63D06B-219C-4787-B364-14F54F6CBE2E}" presName="FourNodes_1_text" presStyleLbl="node1" presStyleIdx="3" presStyleCnt="4">
        <dgm:presLayoutVars>
          <dgm:bulletEnabled val="1"/>
        </dgm:presLayoutVars>
      </dgm:prSet>
      <dgm:spPr/>
    </dgm:pt>
    <dgm:pt modelId="{7B3A2294-C31E-4378-82E0-43E3F44073F9}" type="pres">
      <dgm:prSet presAssocID="{CF63D06B-219C-4787-B364-14F54F6CBE2E}" presName="FourNodes_2_text" presStyleLbl="node1" presStyleIdx="3" presStyleCnt="4">
        <dgm:presLayoutVars>
          <dgm:bulletEnabled val="1"/>
        </dgm:presLayoutVars>
      </dgm:prSet>
      <dgm:spPr/>
    </dgm:pt>
    <dgm:pt modelId="{6DCFE1D9-EA72-4EE0-9E00-FF299EC95357}" type="pres">
      <dgm:prSet presAssocID="{CF63D06B-219C-4787-B364-14F54F6CBE2E}" presName="FourNodes_3_text" presStyleLbl="node1" presStyleIdx="3" presStyleCnt="4">
        <dgm:presLayoutVars>
          <dgm:bulletEnabled val="1"/>
        </dgm:presLayoutVars>
      </dgm:prSet>
      <dgm:spPr/>
    </dgm:pt>
    <dgm:pt modelId="{A80F2406-C10E-48AD-9EA3-AE303404CACF}" type="pres">
      <dgm:prSet presAssocID="{CF63D06B-219C-4787-B364-14F54F6CBE2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8CD790E-1F6C-4686-BB13-1BF49CC88074}" type="presOf" srcId="{E594106C-3A55-45BA-AD48-FC7DF350B283}" destId="{DC305E7D-CCCD-4D4E-9286-4F9BF718DF74}" srcOrd="0" destOrd="0" presId="urn:microsoft.com/office/officeart/2005/8/layout/vProcess5"/>
    <dgm:cxn modelId="{2CA18E14-6271-475B-AE2C-77D5F3CC8494}" type="presOf" srcId="{3A7B1383-226D-4762-B544-333CDC6E2855}" destId="{F2ACC314-B8D8-4FA4-A54F-156BCFFCBEB2}" srcOrd="0" destOrd="0" presId="urn:microsoft.com/office/officeart/2005/8/layout/vProcess5"/>
    <dgm:cxn modelId="{14F24471-F32A-4B51-8BB8-21A8FCC7ACC3}" type="presOf" srcId="{16A50F23-77AF-41D1-B79A-FCA564FFA191}" destId="{54BD1286-807F-49CD-AB9B-25616FBB2A4B}" srcOrd="0" destOrd="0" presId="urn:microsoft.com/office/officeart/2005/8/layout/vProcess5"/>
    <dgm:cxn modelId="{5EC1FC55-1F65-4750-9AC7-3993D685CDE9}" type="presOf" srcId="{16A50F23-77AF-41D1-B79A-FCA564FFA191}" destId="{488DCB3D-1663-42B1-9C78-3F17833475F6}" srcOrd="1" destOrd="0" presId="urn:microsoft.com/office/officeart/2005/8/layout/vProcess5"/>
    <dgm:cxn modelId="{BA657B76-747E-40CC-A9E2-FA23680C7539}" type="presOf" srcId="{E594106C-3A55-45BA-AD48-FC7DF350B283}" destId="{7B3A2294-C31E-4378-82E0-43E3F44073F9}" srcOrd="1" destOrd="0" presId="urn:microsoft.com/office/officeart/2005/8/layout/vProcess5"/>
    <dgm:cxn modelId="{CD7F698A-1F02-4A0B-8721-300CFA1E13C0}" type="presOf" srcId="{D55FBEF0-8D15-4345-975A-750F97E41679}" destId="{4C06B5CA-0636-4289-B849-589F6A9BD55F}" srcOrd="0" destOrd="0" presId="urn:microsoft.com/office/officeart/2005/8/layout/vProcess5"/>
    <dgm:cxn modelId="{30601E9F-1D52-4427-942A-738FD597BEB1}" type="presOf" srcId="{CF63D06B-219C-4787-B364-14F54F6CBE2E}" destId="{8699E1AF-22C5-4A79-9ABA-64EE50E04114}" srcOrd="0" destOrd="0" presId="urn:microsoft.com/office/officeart/2005/8/layout/vProcess5"/>
    <dgm:cxn modelId="{559D92B6-BC0F-4A38-B4DA-C52CD6F3EC8C}" srcId="{CF63D06B-219C-4787-B364-14F54F6CBE2E}" destId="{16A50F23-77AF-41D1-B79A-FCA564FFA191}" srcOrd="0" destOrd="0" parTransId="{772A6303-8BA3-4F61-AFF1-50FF70F8E219}" sibTransId="{3A7B1383-226D-4762-B544-333CDC6E2855}"/>
    <dgm:cxn modelId="{8278B0C7-0926-481A-99F5-5B4864266764}" srcId="{CF63D06B-219C-4787-B364-14F54F6CBE2E}" destId="{1CCD5D26-42F7-4C92-8B6A-D818CC35CB24}" srcOrd="2" destOrd="0" parTransId="{AAE4CFAC-3559-4955-ADE0-564ECF572784}" sibTransId="{D55FBEF0-8D15-4345-975A-750F97E41679}"/>
    <dgm:cxn modelId="{4DE55FCC-075C-433E-8F03-A8FEC87B1E03}" srcId="{CF63D06B-219C-4787-B364-14F54F6CBE2E}" destId="{030D9994-2FE3-47AD-A447-EE2F3F033B8E}" srcOrd="3" destOrd="0" parTransId="{0007D269-9E3B-43AC-BED6-1FB0C60E7E86}" sibTransId="{9128E437-16BC-4301-BC02-F5658A48AD4B}"/>
    <dgm:cxn modelId="{99EBFAD0-CB4D-4C3B-B6DB-5E7D246724F7}" type="presOf" srcId="{1CCD5D26-42F7-4C92-8B6A-D818CC35CB24}" destId="{0DEA629E-894E-49CA-AF22-4F8C620A2E9A}" srcOrd="0" destOrd="0" presId="urn:microsoft.com/office/officeart/2005/8/layout/vProcess5"/>
    <dgm:cxn modelId="{712650D1-8876-4D0D-B7C0-EA8E958A2761}" type="presOf" srcId="{030D9994-2FE3-47AD-A447-EE2F3F033B8E}" destId="{A80F2406-C10E-48AD-9EA3-AE303404CACF}" srcOrd="1" destOrd="0" presId="urn:microsoft.com/office/officeart/2005/8/layout/vProcess5"/>
    <dgm:cxn modelId="{732201DB-1DBC-40FA-A7BE-522F1EBF70DD}" type="presOf" srcId="{030D9994-2FE3-47AD-A447-EE2F3F033B8E}" destId="{940EED4F-FCD4-4920-B0DB-2FD10FDAAF74}" srcOrd="0" destOrd="0" presId="urn:microsoft.com/office/officeart/2005/8/layout/vProcess5"/>
    <dgm:cxn modelId="{A72299F9-88C3-4F2F-B1C6-BB0062828C9A}" type="presOf" srcId="{D3459540-EC38-4831-A66C-6A612C0681CD}" destId="{3E33A6E6-8BF1-4162-8C49-62D5B55E3CC8}" srcOrd="0" destOrd="0" presId="urn:microsoft.com/office/officeart/2005/8/layout/vProcess5"/>
    <dgm:cxn modelId="{520043FA-0D13-4847-A297-E706D2241015}" type="presOf" srcId="{1CCD5D26-42F7-4C92-8B6A-D818CC35CB24}" destId="{6DCFE1D9-EA72-4EE0-9E00-FF299EC95357}" srcOrd="1" destOrd="0" presId="urn:microsoft.com/office/officeart/2005/8/layout/vProcess5"/>
    <dgm:cxn modelId="{649C7DFD-8EBB-4485-94E3-82EC53D35914}" srcId="{CF63D06B-219C-4787-B364-14F54F6CBE2E}" destId="{E594106C-3A55-45BA-AD48-FC7DF350B283}" srcOrd="1" destOrd="0" parTransId="{BDCDB207-E539-495E-AEC1-8606995DE442}" sibTransId="{D3459540-EC38-4831-A66C-6A612C0681CD}"/>
    <dgm:cxn modelId="{B78D5700-7662-4EC3-89C8-789CBF1331DB}" type="presParOf" srcId="{8699E1AF-22C5-4A79-9ABA-64EE50E04114}" destId="{E54DC48B-028E-4089-BE79-B15D243C9A71}" srcOrd="0" destOrd="0" presId="urn:microsoft.com/office/officeart/2005/8/layout/vProcess5"/>
    <dgm:cxn modelId="{36978B74-A2C3-4518-9183-FD63DA1D1952}" type="presParOf" srcId="{8699E1AF-22C5-4A79-9ABA-64EE50E04114}" destId="{54BD1286-807F-49CD-AB9B-25616FBB2A4B}" srcOrd="1" destOrd="0" presId="urn:microsoft.com/office/officeart/2005/8/layout/vProcess5"/>
    <dgm:cxn modelId="{2A113C40-9B5B-4FA7-8249-36E2ED0D486E}" type="presParOf" srcId="{8699E1AF-22C5-4A79-9ABA-64EE50E04114}" destId="{DC305E7D-CCCD-4D4E-9286-4F9BF718DF74}" srcOrd="2" destOrd="0" presId="urn:microsoft.com/office/officeart/2005/8/layout/vProcess5"/>
    <dgm:cxn modelId="{0F3D2513-9519-4F2C-98B5-23E98AFF2BA6}" type="presParOf" srcId="{8699E1AF-22C5-4A79-9ABA-64EE50E04114}" destId="{0DEA629E-894E-49CA-AF22-4F8C620A2E9A}" srcOrd="3" destOrd="0" presId="urn:microsoft.com/office/officeart/2005/8/layout/vProcess5"/>
    <dgm:cxn modelId="{0C395D53-90A9-4954-8329-8E199A8249CA}" type="presParOf" srcId="{8699E1AF-22C5-4A79-9ABA-64EE50E04114}" destId="{940EED4F-FCD4-4920-B0DB-2FD10FDAAF74}" srcOrd="4" destOrd="0" presId="urn:microsoft.com/office/officeart/2005/8/layout/vProcess5"/>
    <dgm:cxn modelId="{DFE0B8B6-067F-49FB-9D63-3D676AACF0D1}" type="presParOf" srcId="{8699E1AF-22C5-4A79-9ABA-64EE50E04114}" destId="{F2ACC314-B8D8-4FA4-A54F-156BCFFCBEB2}" srcOrd="5" destOrd="0" presId="urn:microsoft.com/office/officeart/2005/8/layout/vProcess5"/>
    <dgm:cxn modelId="{92C2EC77-7136-47D1-A472-1A6252F70087}" type="presParOf" srcId="{8699E1AF-22C5-4A79-9ABA-64EE50E04114}" destId="{3E33A6E6-8BF1-4162-8C49-62D5B55E3CC8}" srcOrd="6" destOrd="0" presId="urn:microsoft.com/office/officeart/2005/8/layout/vProcess5"/>
    <dgm:cxn modelId="{C8D48546-0D41-4366-A656-2F38AA55C70F}" type="presParOf" srcId="{8699E1AF-22C5-4A79-9ABA-64EE50E04114}" destId="{4C06B5CA-0636-4289-B849-589F6A9BD55F}" srcOrd="7" destOrd="0" presId="urn:microsoft.com/office/officeart/2005/8/layout/vProcess5"/>
    <dgm:cxn modelId="{A15DD106-1317-4625-9CE3-0CF7DCDB0584}" type="presParOf" srcId="{8699E1AF-22C5-4A79-9ABA-64EE50E04114}" destId="{488DCB3D-1663-42B1-9C78-3F17833475F6}" srcOrd="8" destOrd="0" presId="urn:microsoft.com/office/officeart/2005/8/layout/vProcess5"/>
    <dgm:cxn modelId="{857FD3AF-598A-4157-BEEA-B63AD49B0AE2}" type="presParOf" srcId="{8699E1AF-22C5-4A79-9ABA-64EE50E04114}" destId="{7B3A2294-C31E-4378-82E0-43E3F44073F9}" srcOrd="9" destOrd="0" presId="urn:microsoft.com/office/officeart/2005/8/layout/vProcess5"/>
    <dgm:cxn modelId="{39BE9923-6B93-4137-94B5-06105DF3F43C}" type="presParOf" srcId="{8699E1AF-22C5-4A79-9ABA-64EE50E04114}" destId="{6DCFE1D9-EA72-4EE0-9E00-FF299EC95357}" srcOrd="10" destOrd="0" presId="urn:microsoft.com/office/officeart/2005/8/layout/vProcess5"/>
    <dgm:cxn modelId="{812C4EA6-80EF-4F1C-B0BE-F793A354695B}" type="presParOf" srcId="{8699E1AF-22C5-4A79-9ABA-64EE50E04114}" destId="{A80F2406-C10E-48AD-9EA3-AE303404CAC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B8739-61E1-4153-BD5A-50FABBCECAB9}">
      <dsp:nvSpPr>
        <dsp:cNvPr id="0" name=""/>
        <dsp:cNvSpPr/>
      </dsp:nvSpPr>
      <dsp:spPr>
        <a:xfrm>
          <a:off x="0" y="0"/>
          <a:ext cx="4042994" cy="10847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Exams (May-June 2027)</a:t>
          </a:r>
          <a:endParaRPr lang="en-US" sz="2000" kern="1200" dirty="0"/>
        </a:p>
      </dsp:txBody>
      <dsp:txXfrm>
        <a:off x="31770" y="31770"/>
        <a:ext cx="2780836" cy="1021181"/>
      </dsp:txXfrm>
    </dsp:sp>
    <dsp:sp modelId="{8AF4D8A9-2EF7-40EE-B40E-DFF8182CEF44}">
      <dsp:nvSpPr>
        <dsp:cNvPr id="0" name=""/>
        <dsp:cNvSpPr/>
      </dsp:nvSpPr>
      <dsp:spPr>
        <a:xfrm>
          <a:off x="338600" y="1281943"/>
          <a:ext cx="4042994" cy="10847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Exam boards (end June-July 2027)</a:t>
          </a:r>
          <a:endParaRPr lang="en-US" sz="2000" kern="1200" dirty="0"/>
        </a:p>
      </dsp:txBody>
      <dsp:txXfrm>
        <a:off x="370370" y="1313713"/>
        <a:ext cx="2935784" cy="1021181"/>
      </dsp:txXfrm>
    </dsp:sp>
    <dsp:sp modelId="{2A023E04-9543-4728-AA61-D5A50652696F}">
      <dsp:nvSpPr>
        <dsp:cNvPr id="0" name=""/>
        <dsp:cNvSpPr/>
      </dsp:nvSpPr>
      <dsp:spPr>
        <a:xfrm>
          <a:off x="672147" y="2563887"/>
          <a:ext cx="4042994" cy="10847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Results released (early July 2027) </a:t>
          </a:r>
          <a:endParaRPr lang="en-US" sz="2000" kern="1200" dirty="0"/>
        </a:p>
      </dsp:txBody>
      <dsp:txXfrm>
        <a:off x="703917" y="2595657"/>
        <a:ext cx="2940838" cy="1021181"/>
      </dsp:txXfrm>
    </dsp:sp>
    <dsp:sp modelId="{EED345C9-3C4B-4F98-B8AD-61072DFE8334}">
      <dsp:nvSpPr>
        <dsp:cNvPr id="0" name=""/>
        <dsp:cNvSpPr/>
      </dsp:nvSpPr>
      <dsp:spPr>
        <a:xfrm>
          <a:off x="1010748" y="3845831"/>
          <a:ext cx="4042994" cy="10847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HEAR updated (transcripts and degree certificate) 7 days after results release</a:t>
          </a:r>
        </a:p>
      </dsp:txBody>
      <dsp:txXfrm>
        <a:off x="1042518" y="3877601"/>
        <a:ext cx="2935784" cy="1021181"/>
      </dsp:txXfrm>
    </dsp:sp>
    <dsp:sp modelId="{57A17462-065E-4F66-931C-C77F17183568}">
      <dsp:nvSpPr>
        <dsp:cNvPr id="0" name=""/>
        <dsp:cNvSpPr/>
      </dsp:nvSpPr>
      <dsp:spPr>
        <a:xfrm>
          <a:off x="3337925" y="830798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496566" y="830798"/>
        <a:ext cx="387787" cy="530564"/>
      </dsp:txXfrm>
    </dsp:sp>
    <dsp:sp modelId="{24380622-4D69-45D0-99AF-48E561FB20DB}">
      <dsp:nvSpPr>
        <dsp:cNvPr id="0" name=""/>
        <dsp:cNvSpPr/>
      </dsp:nvSpPr>
      <dsp:spPr>
        <a:xfrm>
          <a:off x="3676526" y="2112741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835167" y="2112741"/>
        <a:ext cx="387787" cy="530564"/>
      </dsp:txXfrm>
    </dsp:sp>
    <dsp:sp modelId="{6B45D29C-9F4D-4614-82C5-1BC3436E2882}">
      <dsp:nvSpPr>
        <dsp:cNvPr id="0" name=""/>
        <dsp:cNvSpPr/>
      </dsp:nvSpPr>
      <dsp:spPr>
        <a:xfrm>
          <a:off x="4010073" y="3394685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4168714" y="3394685"/>
        <a:ext cx="387787" cy="530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D1286-807F-49CD-AB9B-25616FBB2A4B}">
      <dsp:nvSpPr>
        <dsp:cNvPr id="0" name=""/>
        <dsp:cNvSpPr/>
      </dsp:nvSpPr>
      <dsp:spPr>
        <a:xfrm>
          <a:off x="0" y="0"/>
          <a:ext cx="4148466" cy="10847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Resit Exams (August-September 2027)</a:t>
          </a:r>
          <a:endParaRPr lang="en-US" sz="2000" kern="1200" dirty="0"/>
        </a:p>
      </dsp:txBody>
      <dsp:txXfrm>
        <a:off x="31770" y="31770"/>
        <a:ext cx="2886308" cy="1021181"/>
      </dsp:txXfrm>
    </dsp:sp>
    <dsp:sp modelId="{DC305E7D-CCCD-4D4E-9286-4F9BF718DF74}">
      <dsp:nvSpPr>
        <dsp:cNvPr id="0" name=""/>
        <dsp:cNvSpPr/>
      </dsp:nvSpPr>
      <dsp:spPr>
        <a:xfrm>
          <a:off x="347434" y="1281943"/>
          <a:ext cx="4148466" cy="10847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Resit exam boards (end September 2027)</a:t>
          </a:r>
          <a:endParaRPr lang="en-US" sz="2000" kern="1200" dirty="0"/>
        </a:p>
      </dsp:txBody>
      <dsp:txXfrm>
        <a:off x="379204" y="1313713"/>
        <a:ext cx="3032423" cy="1021181"/>
      </dsp:txXfrm>
    </dsp:sp>
    <dsp:sp modelId="{0DEA629E-894E-49CA-AF22-4F8C620A2E9A}">
      <dsp:nvSpPr>
        <dsp:cNvPr id="0" name=""/>
        <dsp:cNvSpPr/>
      </dsp:nvSpPr>
      <dsp:spPr>
        <a:xfrm>
          <a:off x="689682" y="2563887"/>
          <a:ext cx="4148466" cy="10847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Results released (end September 2027) </a:t>
          </a:r>
          <a:endParaRPr lang="en-US" sz="2000" kern="1200" dirty="0"/>
        </a:p>
      </dsp:txBody>
      <dsp:txXfrm>
        <a:off x="721452" y="2595657"/>
        <a:ext cx="3037608" cy="1021181"/>
      </dsp:txXfrm>
    </dsp:sp>
    <dsp:sp modelId="{940EED4F-FCD4-4920-B0DB-2FD10FDAAF74}">
      <dsp:nvSpPr>
        <dsp:cNvPr id="0" name=""/>
        <dsp:cNvSpPr/>
      </dsp:nvSpPr>
      <dsp:spPr>
        <a:xfrm>
          <a:off x="1037116" y="3845831"/>
          <a:ext cx="4148466" cy="10847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HEAR updated (transcripts and degree certificate) 7 days after results release</a:t>
          </a:r>
        </a:p>
      </dsp:txBody>
      <dsp:txXfrm>
        <a:off x="1068886" y="3877601"/>
        <a:ext cx="3032423" cy="1021181"/>
      </dsp:txXfrm>
    </dsp:sp>
    <dsp:sp modelId="{F2ACC314-B8D8-4FA4-A54F-156BCFFCBEB2}">
      <dsp:nvSpPr>
        <dsp:cNvPr id="0" name=""/>
        <dsp:cNvSpPr/>
      </dsp:nvSpPr>
      <dsp:spPr>
        <a:xfrm>
          <a:off x="3443397" y="830798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602038" y="830798"/>
        <a:ext cx="387787" cy="530564"/>
      </dsp:txXfrm>
    </dsp:sp>
    <dsp:sp modelId="{3E33A6E6-8BF1-4162-8C49-62D5B55E3CC8}">
      <dsp:nvSpPr>
        <dsp:cNvPr id="0" name=""/>
        <dsp:cNvSpPr/>
      </dsp:nvSpPr>
      <dsp:spPr>
        <a:xfrm>
          <a:off x="3790831" y="2112741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949472" y="2112741"/>
        <a:ext cx="387787" cy="530564"/>
      </dsp:txXfrm>
    </dsp:sp>
    <dsp:sp modelId="{4C06B5CA-0636-4289-B849-589F6A9BD55F}">
      <dsp:nvSpPr>
        <dsp:cNvPr id="0" name=""/>
        <dsp:cNvSpPr/>
      </dsp:nvSpPr>
      <dsp:spPr>
        <a:xfrm>
          <a:off x="4133079" y="3394685"/>
          <a:ext cx="705069" cy="70506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4291720" y="3394685"/>
        <a:ext cx="387787" cy="530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82CB-D92F-5CD2-35BF-C725CD1E4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5F77D-E1B8-18F6-1E94-DE6E7490D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5C144-7BC1-6EA5-F9FA-5976A478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CE32-9F5B-533F-5BB4-9DEE7177C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7E96-D3CC-B0FC-F184-05F9D1F9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71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F759-6DF7-66BA-BB97-AE24DDF3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6AA4-EF93-9B8B-9299-D08230926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41C8-20DF-C220-CACB-C44CB6E5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ABD2F-D0D3-1017-032C-AC92E8C5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5A989-67E8-F7F2-48D3-154568D9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1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B65B-EC2C-9370-80A9-FBBDF0D3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F71EE-70ED-019B-C058-8059EDA3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DBDB1-F2CB-AF59-D73D-FBEFFDE2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AB365-A15E-93D5-DA54-F9401CB8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DA04D-8EF2-21EC-D730-A10A3D74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4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36FF-166F-4D80-540C-AA1979D5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306-4575-681C-A415-2A35F0A83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BFD3D-118E-2014-667C-B2650D029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5C2D3-7303-DCB8-8D26-7CECDB8C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09F45-91A1-8B95-16C4-2C71C5D9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F71C5-3991-A9CB-8877-990CAEB9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27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BE6A-9426-7E58-18A1-3682700E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9A6A4-FBBD-A9FD-016D-D552A885D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98689-CD40-C136-0BEA-CDA254EE3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41D80-9C4E-6B40-65DC-3F539BCDA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6BF65-E8A7-375F-A1C9-58C63E716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9A080-9776-47C2-D629-83DB65C9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7FB1F-2467-EA99-CF9D-D40ECE66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7B677-295A-53E6-0842-7CC89F4B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87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BBA6-5161-3E7E-4260-1A06893D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1F004-D89E-70FC-ADEA-D316297A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0D76D-D676-BAAC-CDA0-28C1B063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1CA1A-96D6-E553-AC97-EB0FE1B6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9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B29DE2-2B2C-91CC-C760-DE866159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205B1-53A1-EF98-6CF7-589DC3F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B004E-64DD-06BE-7A02-07E87234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89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D4ED-B252-49F7-1DB3-DF6477D4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330F-B5AF-1FF5-565D-61DC89EC4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C7747-5403-D7FC-A769-5DA3DDFB9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8D34C-447D-F840-8509-62AA9839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DAF33-E4EB-4878-B1B0-44C494D8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53BB5-26A3-3AA5-21BF-9DCA2087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7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810A-4547-C4B2-FBCD-31B3C4E3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E6B0A-FDC5-4C8B-B3E3-599D05AD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ED58E-9279-C1FD-817B-B9E9D0492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53FF-B116-DC2A-9BC0-A175FD93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B0B8A-C9EB-0196-9035-57EB4A69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8107-A93C-DF02-46FE-73E6E598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76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6553-6339-EC1C-297C-4C831F44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E9847-2B21-E085-FBAC-B89D572A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4D0AB-6790-6358-3A17-CF337BCC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4EA8-9024-A0CE-0FA9-506901E6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849CD-B6DE-9D91-FABE-AF8C9C2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7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9214A-796E-4265-5575-76BDC8B77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12FC6-0C82-00A7-010F-F805A3A41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30C3C-4C3A-D457-E13C-8D80EF759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BDE85-8078-9230-84F0-C8C793A5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C23F4-6982-EF93-7824-2C08B2D3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9384C-4A06-EE78-308E-E23BDF81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F5BE7-D31C-98CB-242E-624F80C41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1B9D-8C3C-C7DD-ADB1-2DBBED171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EFDF9-5615-4E98-91C6-5520A92E702B}" type="datetimeFigureOut">
              <a:rPr lang="en-GB" smtClean="0"/>
              <a:t>8/10/26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98434-EAB7-67DB-D16D-91D9782D8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79BD6-BF65-7934-6B3B-8C81553AD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AD4B9-C361-4689-B6BD-57FB4BF18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9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FA28B-C1A2-A212-8379-FC71C3112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Welcome from your admin team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C202-49FD-0BDA-C29C-9058483D0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GB" sz="4400" dirty="0">
                <a:solidFill>
                  <a:srgbClr val="ED7D31"/>
                </a:solidFill>
              </a:rPr>
              <a:t>ueco@essex.ac.uk</a:t>
            </a:r>
          </a:p>
        </p:txBody>
      </p:sp>
    </p:spTree>
    <p:extLst>
      <p:ext uri="{BB962C8B-B14F-4D97-AF65-F5344CB8AC3E}">
        <p14:creationId xmlns:p14="http://schemas.microsoft.com/office/powerpoint/2010/main" val="28432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061A1-6A9E-7B65-B81A-29D6AFE4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Rules of Assessment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53570-0C4F-9574-DCAD-0DE39D6C4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Direct entry students must pass ALL 120 CREDITS of the final year to obtain an honours degree (i.e. 1</a:t>
            </a:r>
            <a:r>
              <a:rPr lang="en-GB" baseline="30000" dirty="0"/>
              <a:t>st</a:t>
            </a:r>
            <a:r>
              <a:rPr lang="en-GB" dirty="0"/>
              <a:t>, 2:1, 2:2, 3</a:t>
            </a:r>
            <a:r>
              <a:rPr lang="en-GB" baseline="30000" dirty="0"/>
              <a:t>rd</a:t>
            </a:r>
            <a:r>
              <a:rPr lang="en-GB" dirty="0"/>
              <a:t>).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fail any module, you must retake it to get your degree, EVEN IF you have a high enough year mark.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96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7254-CA83-0529-8E4E-E5C0BDF64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	Assessment structure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4BC562-647E-FEE0-7EA6-2F1E89349AA6}"/>
              </a:ext>
            </a:extLst>
          </p:cNvPr>
          <p:cNvSpPr/>
          <p:nvPr/>
        </p:nvSpPr>
        <p:spPr>
          <a:xfrm>
            <a:off x="6220050" y="1621020"/>
            <a:ext cx="5440584" cy="1242935"/>
          </a:xfrm>
          <a:prstGeom prst="roundRect">
            <a:avLst>
              <a:gd name="adj" fmla="val 10000"/>
            </a:avLst>
          </a:prstGeom>
          <a:solidFill>
            <a:srgbClr val="C1F5BD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2800" dirty="0"/>
              <a:t>	Spring Modules: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B5D57D-3E93-8906-508B-C522A554F45A}"/>
              </a:ext>
            </a:extLst>
          </p:cNvPr>
          <p:cNvSpPr/>
          <p:nvPr/>
        </p:nvSpPr>
        <p:spPr>
          <a:xfrm>
            <a:off x="6220050" y="3175221"/>
            <a:ext cx="5440584" cy="1242935"/>
          </a:xfrm>
          <a:prstGeom prst="roundRect">
            <a:avLst>
              <a:gd name="adj" fmla="val 10000"/>
            </a:avLst>
          </a:prstGeom>
          <a:solidFill>
            <a:srgbClr val="C1F5BD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2800" dirty="0"/>
              <a:t>	Midterm Test – </a:t>
            </a:r>
          </a:p>
          <a:p>
            <a:pPr algn="ctr"/>
            <a:r>
              <a:rPr lang="en-GB" sz="2800" dirty="0"/>
              <a:t>	February/March 2027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4F8A88-2098-1F82-5540-2502C8EAE7A9}"/>
              </a:ext>
            </a:extLst>
          </p:cNvPr>
          <p:cNvSpPr/>
          <p:nvPr/>
        </p:nvSpPr>
        <p:spPr>
          <a:xfrm>
            <a:off x="6220050" y="4781389"/>
            <a:ext cx="5440584" cy="1242935"/>
          </a:xfrm>
          <a:prstGeom prst="roundRect">
            <a:avLst>
              <a:gd name="adj" fmla="val 10000"/>
            </a:avLst>
          </a:prstGeom>
          <a:solidFill>
            <a:srgbClr val="C1F5BD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>
              <a:lnSpc>
                <a:spcPct val="100000"/>
              </a:lnSpc>
            </a:pPr>
            <a:r>
              <a:rPr lang="en-GB" sz="2800" dirty="0"/>
              <a:t>	Exam – May/June 2027</a:t>
            </a:r>
            <a:endParaRPr lang="en-US" sz="28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248173-1D12-7C33-5FF3-D98A34403D24}"/>
              </a:ext>
            </a:extLst>
          </p:cNvPr>
          <p:cNvSpPr/>
          <p:nvPr/>
        </p:nvSpPr>
        <p:spPr>
          <a:xfrm>
            <a:off x="531366" y="1630454"/>
            <a:ext cx="5440584" cy="124293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2800" dirty="0"/>
              <a:t>	Autumn Modules: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ADA3AD-58AB-3CE4-137F-C436E0ACCFCD}"/>
              </a:ext>
            </a:extLst>
          </p:cNvPr>
          <p:cNvSpPr/>
          <p:nvPr/>
        </p:nvSpPr>
        <p:spPr>
          <a:xfrm>
            <a:off x="531366" y="3184655"/>
            <a:ext cx="5440584" cy="124293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2800" dirty="0"/>
              <a:t>	Midterm Test – </a:t>
            </a:r>
          </a:p>
          <a:p>
            <a:pPr algn="ctr"/>
            <a:r>
              <a:rPr lang="en-GB" sz="2800" dirty="0"/>
              <a:t>	November/December 2026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B629A6-01CA-9681-0D35-8F4CCBEE6484}"/>
              </a:ext>
            </a:extLst>
          </p:cNvPr>
          <p:cNvSpPr/>
          <p:nvPr/>
        </p:nvSpPr>
        <p:spPr>
          <a:xfrm>
            <a:off x="531366" y="4790823"/>
            <a:ext cx="5440584" cy="124293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>
              <a:lnSpc>
                <a:spcPct val="100000"/>
              </a:lnSpc>
            </a:pPr>
            <a:r>
              <a:rPr lang="en-GB" sz="2800" dirty="0"/>
              <a:t>	Exam – May/June 2027</a:t>
            </a:r>
            <a:endParaRPr lang="en-US" sz="2800" dirty="0"/>
          </a:p>
        </p:txBody>
      </p:sp>
      <p:pic>
        <p:nvPicPr>
          <p:cNvPr id="23" name="Graphic 22" descr="Pumpkin with solid fill">
            <a:extLst>
              <a:ext uri="{FF2B5EF4-FFF2-40B4-BE49-F238E27FC236}">
                <a16:creationId xmlns:a16="http://schemas.microsoft.com/office/drawing/2014/main" id="{E7EBD0A7-7925-F775-5EAC-FDB1BCFE2F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4279" y="1785287"/>
            <a:ext cx="914400" cy="914400"/>
          </a:xfrm>
          <a:prstGeom prst="rect">
            <a:avLst/>
          </a:prstGeom>
        </p:spPr>
      </p:pic>
      <p:pic>
        <p:nvPicPr>
          <p:cNvPr id="25" name="Graphic 24" descr="Internet with solid fill">
            <a:extLst>
              <a:ext uri="{FF2B5EF4-FFF2-40B4-BE49-F238E27FC236}">
                <a16:creationId xmlns:a16="http://schemas.microsoft.com/office/drawing/2014/main" id="{6C96FC53-525E-E4AF-858E-A28A27F81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58" y="3339488"/>
            <a:ext cx="914400" cy="914400"/>
          </a:xfrm>
          <a:prstGeom prst="rect">
            <a:avLst/>
          </a:prstGeom>
        </p:spPr>
      </p:pic>
      <p:pic>
        <p:nvPicPr>
          <p:cNvPr id="26" name="Graphic 25" descr="Internet with solid fill">
            <a:extLst>
              <a:ext uri="{FF2B5EF4-FFF2-40B4-BE49-F238E27FC236}">
                <a16:creationId xmlns:a16="http://schemas.microsoft.com/office/drawing/2014/main" id="{509B9B1E-0C01-C2C9-C3BE-A0B5A5A7A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946" y="3348922"/>
            <a:ext cx="914400" cy="914400"/>
          </a:xfrm>
          <a:prstGeom prst="rect">
            <a:avLst/>
          </a:prstGeom>
        </p:spPr>
      </p:pic>
      <p:pic>
        <p:nvPicPr>
          <p:cNvPr id="28" name="Graphic 27" descr="Diploma roll with solid fill">
            <a:extLst>
              <a:ext uri="{FF2B5EF4-FFF2-40B4-BE49-F238E27FC236}">
                <a16:creationId xmlns:a16="http://schemas.microsoft.com/office/drawing/2014/main" id="{69D5AC81-1EEB-79D7-99F7-9C3A20B0E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958" y="5034865"/>
            <a:ext cx="914400" cy="914400"/>
          </a:xfrm>
          <a:prstGeom prst="rect">
            <a:avLst/>
          </a:prstGeom>
        </p:spPr>
      </p:pic>
      <p:pic>
        <p:nvPicPr>
          <p:cNvPr id="29" name="Graphic 28" descr="Diploma roll with solid fill">
            <a:extLst>
              <a:ext uri="{FF2B5EF4-FFF2-40B4-BE49-F238E27FC236}">
                <a16:creationId xmlns:a16="http://schemas.microsoft.com/office/drawing/2014/main" id="{833075AD-E0DF-8850-741F-C98A9E8EC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7946" y="5034865"/>
            <a:ext cx="914400" cy="914400"/>
          </a:xfrm>
          <a:prstGeom prst="rect">
            <a:avLst/>
          </a:prstGeom>
        </p:spPr>
      </p:pic>
      <p:pic>
        <p:nvPicPr>
          <p:cNvPr id="33" name="Graphic 32" descr="Plant with solid fill">
            <a:extLst>
              <a:ext uri="{FF2B5EF4-FFF2-40B4-BE49-F238E27FC236}">
                <a16:creationId xmlns:a16="http://schemas.microsoft.com/office/drawing/2014/main" id="{96E472F9-3379-20A4-2F12-4CB636753D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7946" y="17596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0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C26A5-0621-A093-4CC6-63E7ECB2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67" y="209368"/>
            <a:ext cx="8830118" cy="770149"/>
          </a:xfrm>
        </p:spPr>
        <p:txBody>
          <a:bodyPr>
            <a:normAutofit/>
          </a:bodyPr>
          <a:lstStyle/>
          <a:p>
            <a:r>
              <a:rPr lang="en-GB" sz="4000" dirty="0"/>
              <a:t>Results timelines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191142A-65DB-736F-26D8-08CAB7008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21453"/>
              </p:ext>
            </p:extLst>
          </p:nvPr>
        </p:nvGraphicFramePr>
        <p:xfrm>
          <a:off x="458720" y="1320339"/>
          <a:ext cx="5053743" cy="4930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0D0474-66A1-DB17-802D-04C8B27BBD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1074498"/>
              </p:ext>
            </p:extLst>
          </p:nvPr>
        </p:nvGraphicFramePr>
        <p:xfrm>
          <a:off x="5661211" y="1320338"/>
          <a:ext cx="5185583" cy="4930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5039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F06F4-97EF-4043-3AFB-BAECC9FB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Coursework mark transcripts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6F1D-8046-C4AD-8AD1-7C3BE79B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6190476" cy="461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dirty="0"/>
              <a:t>Consider the timing of your postgraduate application</a:t>
            </a:r>
          </a:p>
          <a:p>
            <a:pPr>
              <a:lnSpc>
                <a:spcPct val="150000"/>
              </a:lnSpc>
            </a:pPr>
            <a:r>
              <a:rPr lang="en-GB" sz="3600" dirty="0"/>
              <a:t>No updates with new marks</a:t>
            </a:r>
          </a:p>
          <a:p>
            <a:pPr>
              <a:lnSpc>
                <a:spcPct val="150000"/>
              </a:lnSpc>
            </a:pPr>
            <a:r>
              <a:rPr lang="en-GB" sz="3600" dirty="0"/>
              <a:t>10 working day turnaround</a:t>
            </a:r>
          </a:p>
          <a:p>
            <a:pPr marL="0" indent="0">
              <a:buNone/>
            </a:pPr>
            <a:r>
              <a:rPr lang="en-GB" sz="3600" dirty="0"/>
              <a:t> </a:t>
            </a:r>
            <a:endParaRPr lang="en-US" sz="36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4276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310A2-4FC4-3132-919B-B5CE93E3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Choosing Modules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CF3D-4F6D-4CE9-5F26-0796320070A9}"/>
              </a:ext>
            </a:extLst>
          </p:cNvPr>
          <p:cNvSpPr>
            <a:spLocks/>
          </p:cNvSpPr>
          <p:nvPr/>
        </p:nvSpPr>
        <p:spPr>
          <a:xfrm>
            <a:off x="615820" y="2228087"/>
            <a:ext cx="10804849" cy="3681589"/>
          </a:xfrm>
          <a:prstGeom prst="rect">
            <a:avLst/>
          </a:prstGeom>
        </p:spPr>
        <p:txBody>
          <a:bodyPr/>
          <a:lstStyle/>
          <a:p>
            <a:pPr defTabSz="768096">
              <a:spcAft>
                <a:spcPts val="600"/>
              </a:spcAft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go to any lecture/class in the first two weeks of term to see which modules you like best. </a:t>
            </a:r>
          </a:p>
          <a:p>
            <a:pPr defTabSz="768096">
              <a:spcAft>
                <a:spcPts val="600"/>
              </a:spcAft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Choose/change your modules in </a:t>
            </a:r>
            <a:r>
              <a:rPr lang="en-GB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MyEssex</a:t>
            </a: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68096">
              <a:spcAft>
                <a:spcPts val="600"/>
              </a:spcAft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https://www1.essex.ac.uk/depttimetables/</a:t>
            </a:r>
          </a:p>
          <a:p>
            <a:pPr>
              <a:spcAft>
                <a:spcPts val="600"/>
              </a:spcAft>
            </a:pPr>
            <a:endParaRPr lang="en-GB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378051-8A5F-7305-97A5-FFC6BAE82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49898"/>
              </p:ext>
            </p:extLst>
          </p:nvPr>
        </p:nvGraphicFramePr>
        <p:xfrm>
          <a:off x="7312320" y="4337448"/>
          <a:ext cx="3725484" cy="1625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56">
                  <a:extLst>
                    <a:ext uri="{9D8B030D-6E8A-4147-A177-3AD203B41FA5}">
                      <a16:colId xmlns:a16="http://schemas.microsoft.com/office/drawing/2014/main" val="209862800"/>
                    </a:ext>
                  </a:extLst>
                </a:gridCol>
                <a:gridCol w="2328428">
                  <a:extLst>
                    <a:ext uri="{9D8B030D-6E8A-4147-A177-3AD203B41FA5}">
                      <a16:colId xmlns:a16="http://schemas.microsoft.com/office/drawing/2014/main" val="1881910359"/>
                    </a:ext>
                  </a:extLst>
                </a:gridCol>
              </a:tblGrid>
              <a:tr h="54188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 dirty="0">
                          <a:effectLst/>
                        </a:rPr>
                        <a:t>module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 dirty="0">
                          <a:effectLst/>
                        </a:rPr>
                        <a:t>failure rate (%)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4519885"/>
                  </a:ext>
                </a:extLst>
              </a:tr>
              <a:tr h="54188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>
                          <a:effectLst/>
                        </a:rPr>
                        <a:t>BE130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 dirty="0">
                          <a:effectLst/>
                        </a:rPr>
                        <a:t>38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8609297"/>
                  </a:ext>
                </a:extLst>
              </a:tr>
              <a:tr h="54188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>
                          <a:effectLst/>
                        </a:rPr>
                        <a:t>MA320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u="none" strike="noStrike" dirty="0">
                          <a:effectLst/>
                        </a:rPr>
                        <a:t>33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291029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D95B45-34BC-2C23-5717-7B935A5D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749" y="3663832"/>
            <a:ext cx="3764389" cy="2303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3A11E1-4B5A-CB49-D0D7-D498BA8601EF}"/>
              </a:ext>
            </a:extLst>
          </p:cNvPr>
          <p:cNvSpPr txBox="1"/>
          <p:nvPr/>
        </p:nvSpPr>
        <p:spPr>
          <a:xfrm>
            <a:off x="7306963" y="3020736"/>
            <a:ext cx="3746337" cy="815608"/>
          </a:xfrm>
          <a:prstGeom prst="rect">
            <a:avLst/>
          </a:prstGeom>
          <a:solidFill>
            <a:srgbClr val="ED7D31"/>
          </a:solidFill>
          <a:ln w="38100">
            <a:solidFill>
              <a:srgbClr val="ED7D3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GB" sz="23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Enrol deadline: </a:t>
            </a:r>
            <a:r>
              <a:rPr lang="en-GB" sz="2350" dirty="0">
                <a:solidFill>
                  <a:srgbClr val="FFFFFF"/>
                </a:solidFill>
                <a:ea typeface="+mn-lt"/>
                <a:cs typeface="+mn-lt"/>
              </a:rPr>
              <a:t>8:59am BST </a:t>
            </a:r>
            <a:r>
              <a:rPr lang="en-GB" sz="2350">
                <a:solidFill>
                  <a:srgbClr val="FFFFFF"/>
                </a:solidFill>
                <a:ea typeface="+mn-lt"/>
                <a:cs typeface="+mn-lt"/>
              </a:rPr>
              <a:t>on Monday 26 October 2026</a:t>
            </a:r>
            <a:endParaRPr lang="en-GB" sz="2800" dirty="0">
              <a:solidFill>
                <a:srgbClr val="FFFFFF"/>
              </a:solidFill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5507E-28C1-A3C3-59F6-59BCDAC455C6}"/>
              </a:ext>
            </a:extLst>
          </p:cNvPr>
          <p:cNvSpPr txBox="1"/>
          <p:nvPr/>
        </p:nvSpPr>
        <p:spPr>
          <a:xfrm>
            <a:off x="7438541" y="673963"/>
            <a:ext cx="3473042" cy="707886"/>
          </a:xfrm>
          <a:prstGeom prst="rect">
            <a:avLst/>
          </a:prstGeom>
          <a:noFill/>
          <a:ln w="38100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Other departments may not offer “in term” make-up tests!</a:t>
            </a:r>
          </a:p>
        </p:txBody>
      </p:sp>
    </p:spTree>
    <p:extLst>
      <p:ext uri="{BB962C8B-B14F-4D97-AF65-F5344CB8AC3E}">
        <p14:creationId xmlns:p14="http://schemas.microsoft.com/office/powerpoint/2010/main" val="48978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5998-61F4-0877-D96E-7297C808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23495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cs typeface="Calibri" panose="020F0502020204030204"/>
              </a:rPr>
              <a:t>If you want to change a module that is "core" or "compulsory" it may be best to change your course.</a:t>
            </a:r>
          </a:p>
        </p:txBody>
      </p:sp>
      <p:pic>
        <p:nvPicPr>
          <p:cNvPr id="4" name="Picture 3" descr="A screenshot of a course&#10;&#10;Description automatically generated">
            <a:extLst>
              <a:ext uri="{FF2B5EF4-FFF2-40B4-BE49-F238E27FC236}">
                <a16:creationId xmlns:a16="http://schemas.microsoft.com/office/drawing/2014/main" id="{1C9382E9-D61E-3ABA-349C-DA65CCC3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366838"/>
            <a:ext cx="4229100" cy="225742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483052A-AF79-755B-A0EC-A6BA7FF33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8" y="3624263"/>
            <a:ext cx="4305300" cy="240982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545E97-C30B-8570-E7C3-6716F1716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813" y="3429000"/>
            <a:ext cx="2505075" cy="2705100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9241F49D-EE0E-1BB5-1FBC-930E70B12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813" y="2762250"/>
            <a:ext cx="21050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1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E904-7B0A-10B5-F474-5A4B53B71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0255" y="1535185"/>
            <a:ext cx="7548949" cy="350087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Attendance does NOT impact marks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Notified absence from teaching (</a:t>
            </a:r>
            <a:r>
              <a:rPr lang="en-GB" sz="3200" dirty="0" err="1"/>
              <a:t>MyEssex</a:t>
            </a:r>
            <a:r>
              <a:rPr lang="en-GB" sz="3200" dirty="0"/>
              <a:t>)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Class clashes</a:t>
            </a:r>
          </a:p>
          <a:p>
            <a:pPr marL="0" indent="0">
              <a:buNone/>
            </a:pPr>
            <a:endParaRPr lang="en-GB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CE426-3910-F9D5-FC3C-C296583A6D4B}"/>
              </a:ext>
            </a:extLst>
          </p:cNvPr>
          <p:cNvSpPr txBox="1"/>
          <p:nvPr/>
        </p:nvSpPr>
        <p:spPr>
          <a:xfrm>
            <a:off x="558165" y="2705725"/>
            <a:ext cx="28205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Attendance</a:t>
            </a:r>
          </a:p>
          <a:p>
            <a:endParaRPr lang="en-GB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61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DD903-625A-7D8B-37E7-69FA4E22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Fix a clash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308E6-EFEF-DD5E-4FDC-75D02EA879A4}"/>
              </a:ext>
            </a:extLst>
          </p:cNvPr>
          <p:cNvSpPr txBox="1"/>
          <p:nvPr/>
        </p:nvSpPr>
        <p:spPr>
          <a:xfrm>
            <a:off x="5529986" y="1851671"/>
            <a:ext cx="58640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Lectures and classes can’t be rescheduled – there is only lecture and one class per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If you have a clash, you should choose another optional module that doesn’t clash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Look at department timetable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Always go to a test! Submit a notified absence if you are missing a lecture or class for your test.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3167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6BBEA-5255-1BAD-8B86-D7599858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85" y="1010959"/>
            <a:ext cx="3546257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Extenuating Circumstances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36563-59FA-CDDC-3344-F20B2BF7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If you cannot submit coursework, take a test, or take an exam because you: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Have an ongoing, long-term health condition </a:t>
            </a:r>
          </a:p>
          <a:p>
            <a:r>
              <a:rPr lang="en-GB" dirty="0"/>
              <a:t>Suffer a serious injury</a:t>
            </a:r>
          </a:p>
          <a:p>
            <a:r>
              <a:rPr lang="en-GB" dirty="0"/>
              <a:t>Have serious personal problems</a:t>
            </a:r>
          </a:p>
          <a:p>
            <a:r>
              <a:rPr lang="en-GB" dirty="0"/>
              <a:t>Are suffering with poor mental health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You can submit an extenuating circumstances claim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0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5DB9-9702-B768-FCA6-31DC79BB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352" y="1172483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/>
              <a:t>Link to the form is on My Essex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Give a detailed description of your situation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Select ALL modules affected 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Provide evidence if you have it but this is NOT essential</a:t>
            </a:r>
          </a:p>
        </p:txBody>
      </p:sp>
    </p:spTree>
    <p:extLst>
      <p:ext uri="{BB962C8B-B14F-4D97-AF65-F5344CB8AC3E}">
        <p14:creationId xmlns:p14="http://schemas.microsoft.com/office/powerpoint/2010/main" val="1926202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8CBB-D1BC-89A9-128B-4EAD4FE6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2C01-4D28-21AD-9B91-D8C5AFA50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FA579-5812-87CD-5772-3C735FF8E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100012"/>
            <a:ext cx="10925175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2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A24A9-10B8-73AB-3468-05A0AD9F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Late submissions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3AD8-A901-DA87-5B5E-45313E5C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6122764" cy="441337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Short-term problem, like the flu or a minor injury, that causes you to miss a test/deadline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submit a </a:t>
            </a:r>
            <a:r>
              <a:rPr lang="en-GB" b="1" dirty="0"/>
              <a:t>late submissions claim</a:t>
            </a:r>
          </a:p>
          <a:p>
            <a:pPr>
              <a:lnSpc>
                <a:spcPct val="150000"/>
              </a:lnSpc>
            </a:pPr>
            <a:r>
              <a:rPr lang="en-GB" dirty="0"/>
              <a:t>Essays and assignments can be submitted to FASER up to 7 days after the deadline</a:t>
            </a:r>
          </a:p>
          <a:p>
            <a:pPr>
              <a:lnSpc>
                <a:spcPct val="150000"/>
              </a:lnSpc>
            </a:pPr>
            <a:r>
              <a:rPr lang="en-GB" dirty="0"/>
              <a:t>If claim accepted, no penalty</a:t>
            </a:r>
          </a:p>
          <a:p>
            <a:pPr>
              <a:lnSpc>
                <a:spcPct val="150000"/>
              </a:lnSpc>
            </a:pPr>
            <a:r>
              <a:rPr lang="en-GB" dirty="0"/>
              <a:t>Use the Extenuating Circumstances form and select “Late Submission”</a:t>
            </a:r>
          </a:p>
        </p:txBody>
      </p:sp>
    </p:spTree>
    <p:extLst>
      <p:ext uri="{BB962C8B-B14F-4D97-AF65-F5344CB8AC3E}">
        <p14:creationId xmlns:p14="http://schemas.microsoft.com/office/powerpoint/2010/main" val="45385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8E146-0C6C-B119-8001-A7C368F5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Live chat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C5E63-1169-6C23-6D42-93D50CD69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6588" y="1656721"/>
            <a:ext cx="6907212" cy="345565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579700-45B1-5410-367B-73931D1AC5C8}"/>
              </a:ext>
            </a:extLst>
          </p:cNvPr>
          <p:cNvSpPr/>
          <p:nvPr/>
        </p:nvSpPr>
        <p:spPr>
          <a:xfrm>
            <a:off x="10901553" y="4620254"/>
            <a:ext cx="504825" cy="600075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294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B5F3F-2551-8208-D707-F2E921C2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The HEAR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sz="2400" dirty="0">
                <a:solidFill>
                  <a:srgbClr val="FFFFFF"/>
                </a:solidFill>
              </a:rPr>
              <a:t>(Higher Education Achievement Report)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218C-44EB-5018-1C24-658ECF2F1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017" y="1803688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Sign up for </a:t>
            </a:r>
            <a:r>
              <a:rPr lang="en-GB" sz="3600" dirty="0" err="1"/>
              <a:t>GradIntel</a:t>
            </a:r>
            <a:r>
              <a:rPr lang="en-GB" sz="3600" dirty="0"/>
              <a:t> and HEAR as early as possible to get updated transcripts.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dirty="0"/>
              <a:t>(check your emails!)</a:t>
            </a:r>
          </a:p>
        </p:txBody>
      </p:sp>
    </p:spTree>
    <p:extLst>
      <p:ext uri="{BB962C8B-B14F-4D97-AF65-F5344CB8AC3E}">
        <p14:creationId xmlns:p14="http://schemas.microsoft.com/office/powerpoint/2010/main" val="3653400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123A-E500-89EE-15AE-D5233C0F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BA10-A7AC-1C75-4FE4-4D8ACD8D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D4392A-2A53-EA9D-4AA8-FCB774B07D9D}"/>
              </a:ext>
            </a:extLst>
          </p:cNvPr>
          <p:cNvGrpSpPr/>
          <p:nvPr/>
        </p:nvGrpSpPr>
        <p:grpSpPr>
          <a:xfrm>
            <a:off x="501766" y="280808"/>
            <a:ext cx="2384047" cy="2982510"/>
            <a:chOff x="0" y="0"/>
            <a:chExt cx="4762500" cy="55581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A0B93E-1F2B-096F-97E5-62F587CB2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762500" cy="476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Instagram Logo and symbol, meaning, history, PNG, brand">
              <a:extLst>
                <a:ext uri="{FF2B5EF4-FFF2-40B4-BE49-F238E27FC236}">
                  <a16:creationId xmlns:a16="http://schemas.microsoft.com/office/drawing/2014/main" id="{A395F63E-CD59-9853-3654-50232C314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450" y="4591050"/>
              <a:ext cx="2902585" cy="9671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FF2FFC-11F6-DF90-E9B0-B187CA1C51E4}"/>
              </a:ext>
            </a:extLst>
          </p:cNvPr>
          <p:cNvGrpSpPr/>
          <p:nvPr/>
        </p:nvGrpSpPr>
        <p:grpSpPr>
          <a:xfrm>
            <a:off x="3216565" y="294180"/>
            <a:ext cx="2789951" cy="3134820"/>
            <a:chOff x="0" y="0"/>
            <a:chExt cx="4762500" cy="53232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73A56A-1ABD-1C45-6D09-AA848F541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762500" cy="476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The Benefits of Using LinkedIn For Your Career – Co-ops + Careers |  Wentworth Institute of Technology">
              <a:extLst>
                <a:ext uri="{FF2B5EF4-FFF2-40B4-BE49-F238E27FC236}">
                  <a16:creationId xmlns:a16="http://schemas.microsoft.com/office/drawing/2014/main" id="{943443C6-E8BA-6897-D1E2-8C1C1125A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1100" y="4581525"/>
              <a:ext cx="2400300" cy="741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DCEEDE-C36E-FE5B-7E0C-82D89F5921F4}"/>
              </a:ext>
            </a:extLst>
          </p:cNvPr>
          <p:cNvGrpSpPr/>
          <p:nvPr/>
        </p:nvGrpSpPr>
        <p:grpSpPr>
          <a:xfrm>
            <a:off x="6185486" y="365125"/>
            <a:ext cx="2609461" cy="3148192"/>
            <a:chOff x="0" y="0"/>
            <a:chExt cx="4762500" cy="56057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2B00A12-ADBB-6772-D538-1F5FEB926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762500" cy="476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11" descr="Facebook Logo, symbol, meaning, history, PNG, brand">
              <a:extLst>
                <a:ext uri="{FF2B5EF4-FFF2-40B4-BE49-F238E27FC236}">
                  <a16:creationId xmlns:a16="http://schemas.microsoft.com/office/drawing/2014/main" id="{B1B29CA3-5A4A-B7FB-877B-DB0AA691F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425" y="4610100"/>
              <a:ext cx="1771650" cy="995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A76A6-F442-892C-2D99-E94ED8E90106}"/>
              </a:ext>
            </a:extLst>
          </p:cNvPr>
          <p:cNvGrpSpPr/>
          <p:nvPr/>
        </p:nvGrpSpPr>
        <p:grpSpPr>
          <a:xfrm>
            <a:off x="8896876" y="365125"/>
            <a:ext cx="2609461" cy="2975234"/>
            <a:chOff x="0" y="0"/>
            <a:chExt cx="4762500" cy="536702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99FC4C-EC8B-5DEA-D86F-FCD16B03B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762500" cy="476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 descr="X Logo, symbol, meaning, history, PNG, brand">
              <a:extLst>
                <a:ext uri="{FF2B5EF4-FFF2-40B4-BE49-F238E27FC236}">
                  <a16:creationId xmlns:a16="http://schemas.microsoft.com/office/drawing/2014/main" id="{47FA373F-1207-641C-A49A-F1CEC0BE1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9750" y="4724400"/>
              <a:ext cx="1143000" cy="6426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7B62105-B8A0-BA92-9E46-EA27D5D79365}"/>
              </a:ext>
            </a:extLst>
          </p:cNvPr>
          <p:cNvSpPr txBox="1"/>
          <p:nvPr/>
        </p:nvSpPr>
        <p:spPr>
          <a:xfrm>
            <a:off x="2752531" y="4432041"/>
            <a:ext cx="713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Please join us on social media!</a:t>
            </a:r>
          </a:p>
        </p:txBody>
      </p:sp>
    </p:spTree>
    <p:extLst>
      <p:ext uri="{BB962C8B-B14F-4D97-AF65-F5344CB8AC3E}">
        <p14:creationId xmlns:p14="http://schemas.microsoft.com/office/powerpoint/2010/main" val="1959370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550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Welcome from your admin team </vt:lpstr>
      <vt:lpstr>Rules of Assessment</vt:lpstr>
      <vt:lpstr> Assessment structure</vt:lpstr>
      <vt:lpstr>Results timelines</vt:lpstr>
      <vt:lpstr>Coursework mark transcripts</vt:lpstr>
      <vt:lpstr>Choosing Modules</vt:lpstr>
      <vt:lpstr>PowerPoint Presentation</vt:lpstr>
      <vt:lpstr>PowerPoint Presentation</vt:lpstr>
      <vt:lpstr>Fix a clash</vt:lpstr>
      <vt:lpstr>Extenuating Circumstances</vt:lpstr>
      <vt:lpstr>PowerPoint Presentation</vt:lpstr>
      <vt:lpstr>PowerPoint Presentation</vt:lpstr>
      <vt:lpstr>Late submissions</vt:lpstr>
      <vt:lpstr>Live chat</vt:lpstr>
      <vt:lpstr>The HEAR (Higher Education Achievement Report)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Foks, Philippa M</dc:creator>
  <cp:lastModifiedBy>Wang, Yikai</cp:lastModifiedBy>
  <cp:revision>61</cp:revision>
  <dcterms:created xsi:type="dcterms:W3CDTF">2024-06-24T13:53:46Z</dcterms:created>
  <dcterms:modified xsi:type="dcterms:W3CDTF">2026-10-08T08:16:33Z</dcterms:modified>
</cp:coreProperties>
</file>